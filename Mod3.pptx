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11" r:id="rId3"/>
    <p:sldId id="316" r:id="rId4"/>
    <p:sldId id="326" r:id="rId5"/>
    <p:sldId id="331" r:id="rId6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4E56"/>
    <a:srgbClr val="E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85360" autoAdjust="0"/>
  </p:normalViewPr>
  <p:slideViewPr>
    <p:cSldViewPr snapToGrid="0" snapToObjects="1">
      <p:cViewPr varScale="1">
        <p:scale>
          <a:sx n="97" d="100"/>
          <a:sy n="97" d="100"/>
        </p:scale>
        <p:origin x="1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64245-1829-5547-BF7D-84C75D6D2518}" type="datetimeFigureOut">
              <a:rPr lang="en-MX" smtClean="0"/>
              <a:t>11/19/2025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B700F-B3D1-E34A-ACA9-CFE00A3D73DD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2978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Bienvenidos al módulo 3 de la capacitación del agente virtual. Hoy lo q vamos a ver es la creación y modificación de los modelos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140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Retomando</a:t>
            </a:r>
            <a:r>
              <a:rPr lang="en-US" dirty="0"/>
              <a:t> un poco lo que </a:t>
            </a:r>
            <a:r>
              <a:rPr lang="en-US" dirty="0" err="1"/>
              <a:t>veíamos</a:t>
            </a:r>
            <a:r>
              <a:rPr lang="en-US" dirty="0"/>
              <a:t> </a:t>
            </a:r>
            <a:r>
              <a:rPr lang="en-US" dirty="0" err="1"/>
              <a:t>ayer</a:t>
            </a:r>
            <a:r>
              <a:rPr lang="en-US" dirty="0"/>
              <a:t>, lo que se </a:t>
            </a:r>
            <a:r>
              <a:rPr lang="en-US" dirty="0" err="1"/>
              <a:t>conoce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quantum se </a:t>
            </a:r>
            <a:r>
              <a:rPr lang="en-US" dirty="0" err="1"/>
              <a:t>compone</a:t>
            </a:r>
            <a:r>
              <a:rPr lang="en-US" dirty="0"/>
              <a:t> de dos </a:t>
            </a:r>
            <a:r>
              <a:rPr lang="en-US" dirty="0" err="1"/>
              <a:t>aplicaciones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gateway y </a:t>
            </a:r>
            <a:r>
              <a:rPr lang="en-US" dirty="0" err="1"/>
              <a:t>el</a:t>
            </a:r>
            <a:r>
              <a:rPr lang="en-US" dirty="0"/>
              <a:t> bot, y </a:t>
            </a:r>
            <a:r>
              <a:rPr lang="en-US" dirty="0" err="1"/>
              <a:t>una</a:t>
            </a:r>
            <a:r>
              <a:rPr lang="en-US" dirty="0"/>
              <a:t> BD, </a:t>
            </a:r>
            <a:r>
              <a:rPr lang="en-US" dirty="0" err="1"/>
              <a:t>donde</a:t>
            </a:r>
            <a:r>
              <a:rPr lang="en-US" dirty="0"/>
              <a:t> se </a:t>
            </a:r>
            <a:r>
              <a:rPr lang="en-US" dirty="0" err="1"/>
              <a:t>guardan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prompts, que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redis</a:t>
            </a:r>
            <a:r>
              <a:rPr lang="en-US" dirty="0"/>
              <a:t>.</a:t>
            </a:r>
          </a:p>
          <a:p>
            <a:r>
              <a:rPr lang="en-US" dirty="0"/>
              <a:t>El gateway es </a:t>
            </a:r>
            <a:r>
              <a:rPr lang="en-US" dirty="0" err="1"/>
              <a:t>el</a:t>
            </a:r>
            <a:r>
              <a:rPr lang="en-US" dirty="0"/>
              <a:t> que se </a:t>
            </a:r>
            <a:r>
              <a:rPr lang="en-US" dirty="0" err="1"/>
              <a:t>encarga</a:t>
            </a:r>
            <a:r>
              <a:rPr lang="en-US" dirty="0"/>
              <a:t>, entre 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cosas</a:t>
            </a:r>
            <a:r>
              <a:rPr lang="en-US" dirty="0"/>
              <a:t>, de </a:t>
            </a:r>
            <a:r>
              <a:rPr lang="en-US" dirty="0" err="1"/>
              <a:t>crear</a:t>
            </a:r>
            <a:r>
              <a:rPr lang="en-US" dirty="0"/>
              <a:t> y </a:t>
            </a:r>
            <a:r>
              <a:rPr lang="en-US" dirty="0" err="1"/>
              <a:t>modificar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prompts </a:t>
            </a:r>
            <a:r>
              <a:rPr lang="en-US" dirty="0" err="1"/>
              <a:t>en</a:t>
            </a:r>
            <a:r>
              <a:rPr lang="en-US" dirty="0"/>
              <a:t> la base de </a:t>
            </a:r>
            <a:r>
              <a:rPr lang="en-US" dirty="0" err="1"/>
              <a:t>datos</a:t>
            </a:r>
            <a:r>
              <a:rPr lang="en-US" dirty="0"/>
              <a:t>. Es un API Rest, </a:t>
            </a:r>
            <a:r>
              <a:rPr lang="en-US" dirty="0" err="1"/>
              <a:t>entonces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recibir</a:t>
            </a:r>
            <a:r>
              <a:rPr lang="en-US" dirty="0"/>
              <a:t> </a:t>
            </a:r>
            <a:r>
              <a:rPr lang="en-US" dirty="0" err="1"/>
              <a:t>peticiones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http y </a:t>
            </a:r>
            <a:r>
              <a:rPr lang="en-US" dirty="0" err="1"/>
              <a:t>hace</a:t>
            </a:r>
            <a:r>
              <a:rPr lang="en-US" dirty="0"/>
              <a:t> las </a:t>
            </a:r>
            <a:r>
              <a:rPr lang="en-US" dirty="0" err="1"/>
              <a:t>modificaciones</a:t>
            </a:r>
            <a:r>
              <a:rPr lang="en-US" dirty="0"/>
              <a:t> </a:t>
            </a:r>
            <a:r>
              <a:rPr lang="en-US" dirty="0" err="1"/>
              <a:t>necesarias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BD.</a:t>
            </a:r>
          </a:p>
          <a:p>
            <a:r>
              <a:rPr lang="en-US" dirty="0" err="1"/>
              <a:t>Después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bot es </a:t>
            </a:r>
            <a:r>
              <a:rPr lang="en-US" dirty="0" err="1"/>
              <a:t>el</a:t>
            </a:r>
            <a:r>
              <a:rPr lang="en-US" dirty="0"/>
              <a:t> que </a:t>
            </a:r>
            <a:r>
              <a:rPr lang="en-US" dirty="0" err="1"/>
              <a:t>administra</a:t>
            </a:r>
            <a:r>
              <a:rPr lang="en-US" dirty="0"/>
              <a:t> las </a:t>
            </a:r>
            <a:r>
              <a:rPr lang="en-US" dirty="0" err="1"/>
              <a:t>conversaciones</a:t>
            </a:r>
            <a:r>
              <a:rPr lang="en-US" dirty="0"/>
              <a:t>, y </a:t>
            </a:r>
            <a:r>
              <a:rPr lang="en-US" dirty="0" err="1"/>
              <a:t>eso</a:t>
            </a:r>
            <a:r>
              <a:rPr lang="en-US" dirty="0"/>
              <a:t> lo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extrayendo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prompt </a:t>
            </a:r>
            <a:r>
              <a:rPr lang="en-US" dirty="0" err="1"/>
              <a:t>requerido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que se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guardados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BD, lo </a:t>
            </a:r>
            <a:r>
              <a:rPr lang="en-US" dirty="0" err="1"/>
              <a:t>manda</a:t>
            </a:r>
            <a:r>
              <a:rPr lang="en-US" dirty="0"/>
              <a:t> al LLM, y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orquestación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servicios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vimos</a:t>
            </a:r>
            <a:r>
              <a:rPr lang="en-US" dirty="0"/>
              <a:t> </a:t>
            </a:r>
            <a:r>
              <a:rPr lang="en-US" dirty="0" err="1"/>
              <a:t>ayer</a:t>
            </a:r>
            <a:r>
              <a:rPr lang="en-US" dirty="0"/>
              <a:t>, y de </a:t>
            </a:r>
            <a:r>
              <a:rPr lang="en-US" dirty="0" err="1"/>
              <a:t>igual</a:t>
            </a:r>
            <a:r>
              <a:rPr lang="en-US" dirty="0"/>
              <a:t>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bot es </a:t>
            </a:r>
            <a:r>
              <a:rPr lang="en-US" dirty="0" err="1"/>
              <a:t>el</a:t>
            </a:r>
            <a:r>
              <a:rPr lang="en-US" dirty="0"/>
              <a:t> que se </a:t>
            </a:r>
            <a:r>
              <a:rPr lang="en-US" dirty="0" err="1"/>
              <a:t>comunica</a:t>
            </a:r>
            <a:r>
              <a:rPr lang="en-US" dirty="0"/>
              <a:t> con </a:t>
            </a:r>
            <a:r>
              <a:rPr lang="en-US" dirty="0" err="1"/>
              <a:t>su</a:t>
            </a:r>
            <a:r>
              <a:rPr lang="en-US" dirty="0"/>
              <a:t> API, tanto para </a:t>
            </a:r>
            <a:r>
              <a:rPr lang="en-US" dirty="0" err="1"/>
              <a:t>obtener</a:t>
            </a:r>
            <a:r>
              <a:rPr lang="en-US" dirty="0"/>
              <a:t> la </a:t>
            </a:r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clients </a:t>
            </a:r>
            <a:r>
              <a:rPr lang="en-US" dirty="0" err="1"/>
              <a:t>como</a:t>
            </a:r>
            <a:r>
              <a:rPr lang="en-US" dirty="0"/>
              <a:t> para mandar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capturados</a:t>
            </a:r>
            <a:r>
              <a:rPr lang="en-US" dirty="0"/>
              <a:t> al final de la </a:t>
            </a:r>
            <a:r>
              <a:rPr lang="en-US" dirty="0" err="1"/>
              <a:t>llamada</a:t>
            </a:r>
            <a:r>
              <a:rPr lang="en-US" dirty="0"/>
              <a:t>.</a:t>
            </a:r>
          </a:p>
          <a:p>
            <a:r>
              <a:rPr lang="en-US" dirty="0" err="1"/>
              <a:t>Entonces</a:t>
            </a:r>
            <a:r>
              <a:rPr lang="en-US" dirty="0"/>
              <a:t> hoy lo que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ver</a:t>
            </a:r>
            <a:r>
              <a:rPr lang="en-US" dirty="0"/>
              <a:t> es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,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y </a:t>
            </a:r>
            <a:r>
              <a:rPr lang="en-US" dirty="0" err="1"/>
              <a:t>modificar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prompts.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2181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realidad</a:t>
            </a:r>
            <a:r>
              <a:rPr lang="en-US" dirty="0"/>
              <a:t> para ser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correctos</a:t>
            </a:r>
            <a:r>
              <a:rPr lang="en-US" dirty="0"/>
              <a:t>, a lo que se </a:t>
            </a:r>
            <a:r>
              <a:rPr lang="en-US" dirty="0" err="1"/>
              <a:t>guarda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BD le decimos </a:t>
            </a:r>
            <a:r>
              <a:rPr lang="en-US" dirty="0" err="1"/>
              <a:t>modelos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 no solo </a:t>
            </a:r>
            <a:r>
              <a:rPr lang="en-US" dirty="0" err="1"/>
              <a:t>el</a:t>
            </a:r>
            <a:r>
              <a:rPr lang="en-US" dirty="0"/>
              <a:t> prompt </a:t>
            </a:r>
            <a:r>
              <a:rPr lang="en-US" dirty="0" err="1"/>
              <a:t>sino</a:t>
            </a:r>
            <a:r>
              <a:rPr lang="en-US" dirty="0"/>
              <a:t> también </a:t>
            </a:r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propiedades</a:t>
            </a:r>
            <a:r>
              <a:rPr lang="en-US" dirty="0"/>
              <a:t>.</a:t>
            </a:r>
          </a:p>
          <a:p>
            <a:r>
              <a:rPr lang="en-US" dirty="0" err="1"/>
              <a:t>Estos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nombres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campos que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18446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Las peticiones que tenemos disponibles en el Gateway, son estas</a:t>
            </a:r>
          </a:p>
          <a:p>
            <a:r>
              <a:rPr lang="es-MX" dirty="0"/>
              <a:t>-podemos obtener la lista de todos los modelos dados de alta en la BD</a:t>
            </a:r>
          </a:p>
          <a:p>
            <a:r>
              <a:rPr lang="es-MX" dirty="0"/>
              <a:t>-podemos obtener un modelo específico a partir de su id</a:t>
            </a:r>
          </a:p>
          <a:p>
            <a:r>
              <a:rPr lang="es-MX" dirty="0"/>
              <a:t>-podemos obtener el </a:t>
            </a:r>
            <a:r>
              <a:rPr lang="es-MX" dirty="0" err="1"/>
              <a:t>prompt</a:t>
            </a:r>
            <a:r>
              <a:rPr lang="es-MX" dirty="0"/>
              <a:t>, el texto, de un modelo específico</a:t>
            </a:r>
          </a:p>
          <a:p>
            <a:r>
              <a:rPr lang="es-MX" dirty="0"/>
              <a:t>-podemos crear un nuevo modelo, con todas sus propiedades</a:t>
            </a:r>
          </a:p>
          <a:p>
            <a:r>
              <a:rPr lang="es-MX" dirty="0"/>
              <a:t>-y podemos modificar un modelo existente, de igual manera cualquiera de todas sus propiedades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70296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DBE9-5DF5-A24D-9F1F-14C81ED5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58616D-AE1D-8ABB-A71C-5DF899AB5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0A4E94-9D40-C685-F5B6-9D994B229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pasar al postman y </a:t>
            </a:r>
            <a:r>
              <a:rPr lang="en-US" dirty="0" err="1"/>
              <a:t>ver</a:t>
            </a:r>
            <a:r>
              <a:rPr lang="en-US" dirty="0"/>
              <a:t> las </a:t>
            </a:r>
            <a:r>
              <a:rPr lang="en-US" dirty="0" err="1"/>
              <a:t>peticiones</a:t>
            </a:r>
            <a:r>
              <a:rPr lang="en-US" dirty="0"/>
              <a:t>, dos </a:t>
            </a:r>
            <a:r>
              <a:rPr lang="en-US" dirty="0" err="1"/>
              <a:t>cosas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q hay q saber es que</a:t>
            </a:r>
          </a:p>
          <a:p>
            <a:r>
              <a:rPr lang="en-US" dirty="0"/>
              <a:t>-se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apuntar</a:t>
            </a:r>
            <a:r>
              <a:rPr lang="en-US" dirty="0"/>
              <a:t> a la IP del </a:t>
            </a:r>
            <a:r>
              <a:rPr lang="en-US" dirty="0" err="1"/>
              <a:t>servidor</a:t>
            </a:r>
            <a:r>
              <a:rPr lang="en-US" dirty="0"/>
              <a:t> Ubuntu, q es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quantum, y al Puerto 3001. En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es la .51,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veíamos</a:t>
            </a:r>
            <a:r>
              <a:rPr lang="en-US" dirty="0"/>
              <a:t> </a:t>
            </a:r>
            <a:r>
              <a:rPr lang="en-US" dirty="0" err="1"/>
              <a:t>ayer</a:t>
            </a:r>
            <a:endParaRPr lang="en-US" dirty="0"/>
          </a:p>
          <a:p>
            <a:r>
              <a:rPr lang="en-US" dirty="0"/>
              <a:t>-la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es que se </a:t>
            </a:r>
            <a:r>
              <a:rPr lang="en-US" dirty="0" err="1"/>
              <a:t>ocupa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API Key para </a:t>
            </a:r>
            <a:r>
              <a:rPr lang="en-US" dirty="0" err="1"/>
              <a:t>autenticación</a:t>
            </a:r>
            <a:r>
              <a:rPr lang="en-US" dirty="0"/>
              <a:t>, </a:t>
            </a:r>
            <a:r>
              <a:rPr lang="en-US" dirty="0" err="1"/>
              <a:t>ustedes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usar </a:t>
            </a:r>
            <a:r>
              <a:rPr lang="en-US" dirty="0" err="1"/>
              <a:t>esta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B9B38B-9BCF-6ADE-602F-D00723202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5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7054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9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9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2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2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5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5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AD11FB1-8D11-FE4B-9DE5-8D3D2EA3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9954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135" y="304270"/>
            <a:ext cx="6516687" cy="1829064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134" y="2188451"/>
            <a:ext cx="6516688" cy="34084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135" y="2547339"/>
            <a:ext cx="6516687" cy="482600"/>
          </a:xfr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AD11FB1-8D11-FE4B-9DE5-8D3D2EA3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2120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1062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15080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65885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V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A36A290-5B48-414D-89C4-F9A0830B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16332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Ko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35D1FD2-FFCA-E341-BE40-A5B14D4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42505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W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5EA379F-0490-6149-8923-31311CC3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22225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WTCobra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5EA379F-0490-6149-8923-31311CC3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4027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Rem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3F17DA-FF63-F841-982E-6D2BE7A3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9326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984" y="1531776"/>
            <a:ext cx="8977112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391F9D1-184D-1D41-BC5E-C8FE322D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69170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730" y="1531776"/>
            <a:ext cx="9625913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391D4CC-7415-FA45-B657-E3F11ADA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71072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, 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47" y="1531776"/>
            <a:ext cx="6133070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2D861E-DB67-FF43-A197-20A40A93A4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34431" y="1531776"/>
            <a:ext cx="4823255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1E3F365-E4CD-BB44-8A4E-EF436D4C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98838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747E9-FA9C-254B-85E8-26FEB443D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4198A52-E220-CB4D-823A-26F573D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1471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nterna 2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747E9-FA9C-254B-85E8-26FEB443D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4198A52-E220-CB4D-823A-26F573D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24069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95C68DF-5EE1-0447-8B78-4CA2FD1B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63218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Al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809341F-0973-FD46-97E2-0979E78A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63708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874" y="4138252"/>
            <a:ext cx="5954111" cy="504379"/>
          </a:xfrm>
        </p:spPr>
        <p:txBody>
          <a:bodyPr anchor="t">
            <a:normAutofit/>
          </a:bodyPr>
          <a:lstStyle>
            <a:lvl1pPr algn="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presentador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8275" y="4642631"/>
            <a:ext cx="5801710" cy="1491411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Área</a:t>
            </a:r>
            <a:r>
              <a:rPr lang="en-US" dirty="0"/>
              <a:t>, cargo y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contacto</a:t>
            </a:r>
            <a:br>
              <a:rPr lang="en-US" dirty="0"/>
            </a:br>
            <a:r>
              <a:rPr lang="en-US" dirty="0"/>
              <a:t> 24 pts Arial</a:t>
            </a:r>
            <a:endParaRPr lang="en-MX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1A10DD9-AA05-804D-B6A5-8DDE6687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73454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874" y="4138252"/>
            <a:ext cx="5954111" cy="504379"/>
          </a:xfrm>
        </p:spPr>
        <p:txBody>
          <a:bodyPr anchor="t">
            <a:normAutofit/>
          </a:bodyPr>
          <a:lstStyle>
            <a:lvl1pPr algn="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presentador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8275" y="4642631"/>
            <a:ext cx="5801710" cy="1491411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Área</a:t>
            </a:r>
            <a:r>
              <a:rPr lang="en-US" dirty="0"/>
              <a:t>, cargo y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contacto</a:t>
            </a:r>
            <a:br>
              <a:rPr lang="en-US" dirty="0"/>
            </a:br>
            <a:r>
              <a:rPr lang="en-US" dirty="0"/>
              <a:t> 24 pts Arial</a:t>
            </a:r>
            <a:endParaRPr lang="en-MX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1156CC9-02F3-C144-BC77-34C1742C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2642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4FAB6-18A1-2148-BF3D-9D6B44A3B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7E7E8-4549-FA47-985D-8BF93ABD3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F8C1-6555-ED44-93C5-5BE8B595A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1/13/21</a:t>
            </a:r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0D9F-9A30-7945-BECD-CD2734CDD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5074-13DA-6E4E-9A7A-FA51D6775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7007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4" r:id="rId2"/>
    <p:sldLayoutId id="2147483675" r:id="rId3"/>
    <p:sldLayoutId id="2147483649" r:id="rId4"/>
    <p:sldLayoutId id="2147483662" r:id="rId5"/>
    <p:sldLayoutId id="2147483679" r:id="rId6"/>
    <p:sldLayoutId id="2147483680" r:id="rId7"/>
    <p:sldLayoutId id="2147483663" r:id="rId8"/>
    <p:sldLayoutId id="2147483686" r:id="rId9"/>
    <p:sldLayoutId id="2147483666" r:id="rId10"/>
    <p:sldLayoutId id="2147483682" r:id="rId11"/>
    <p:sldLayoutId id="2147483683" r:id="rId12"/>
    <p:sldLayoutId id="2147483667" r:id="rId13"/>
    <p:sldLayoutId id="2147483668" r:id="rId14"/>
    <p:sldLayoutId id="2147483669" r:id="rId15"/>
    <p:sldLayoutId id="2147483684" r:id="rId16"/>
    <p:sldLayoutId id="2147483670" r:id="rId17"/>
    <p:sldLayoutId id="2147483650" r:id="rId18"/>
    <p:sldLayoutId id="2147483671" r:id="rId19"/>
    <p:sldLayoutId id="2147483672" r:id="rId20"/>
    <p:sldLayoutId id="2147483654" r:id="rId21"/>
    <p:sldLayoutId id="2147483681" r:id="rId22"/>
    <p:sldLayoutId id="2147483664" r:id="rId23"/>
    <p:sldLayoutId id="2147483678" r:id="rId24"/>
    <p:sldLayoutId id="2147483661" r:id="rId25"/>
    <p:sldLayoutId id="2147483665" r:id="rId2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6FB9-4AD8-6C4E-9CEA-3444EC06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135" y="304270"/>
            <a:ext cx="8445860" cy="1829064"/>
          </a:xfrm>
        </p:spPr>
        <p:txBody>
          <a:bodyPr/>
          <a:lstStyle/>
          <a:p>
            <a:r>
              <a:rPr lang="es-MX" noProof="0" dirty="0"/>
              <a:t>Módulo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D04CC-380E-624D-A657-6ABD0753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1</a:t>
            </a:fld>
            <a:endParaRPr lang="es-MX" noProof="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1CFADD6-C3B1-71F8-09F3-53EA3BF09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noProof="0" dirty="0"/>
              <a:t>Creación y modificación de modelos</a:t>
            </a:r>
          </a:p>
        </p:txBody>
      </p:sp>
    </p:spTree>
    <p:extLst>
      <p:ext uri="{BB962C8B-B14F-4D97-AF65-F5344CB8AC3E}">
        <p14:creationId xmlns:p14="http://schemas.microsoft.com/office/powerpoint/2010/main" val="245788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A0774-DC1B-BA45-8E66-6F83B91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Quantum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E9052F-0AFC-0C45-B01E-ABED9477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2</a:t>
            </a:fld>
            <a:endParaRPr lang="es-MX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EC6DA4-DE9A-BF19-870C-7C0FF1BD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245" y="656785"/>
            <a:ext cx="8299655" cy="58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A0774-DC1B-BA45-8E66-6F83B91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Modelos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E9052F-0AFC-0C45-B01E-ABED9477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3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C81FC4-590A-004D-BBB9-93E7CB568A4E}"/>
              </a:ext>
            </a:extLst>
          </p:cNvPr>
          <p:cNvSpPr txBox="1"/>
          <p:nvPr/>
        </p:nvSpPr>
        <p:spPr>
          <a:xfrm>
            <a:off x="564995" y="1082567"/>
            <a:ext cx="8292134" cy="530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componen de varias propiedades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 err="1"/>
              <a:t>Instructions</a:t>
            </a:r>
            <a:r>
              <a:rPr lang="es-MX" sz="2800" noProof="0" dirty="0"/>
              <a:t>: el </a:t>
            </a:r>
            <a:r>
              <a:rPr lang="es-MX" sz="2800" noProof="0" dirty="0" err="1"/>
              <a:t>prompt</a:t>
            </a:r>
            <a:endParaRPr lang="es-MX" sz="2800" noProof="0" dirty="0"/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 err="1"/>
              <a:t>Dispositions</a:t>
            </a:r>
            <a:r>
              <a:rPr lang="es-MX" sz="2800" noProof="0" dirty="0"/>
              <a:t>: la lista de tipificaciones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dirty="0" err="1"/>
              <a:t>Voice</a:t>
            </a:r>
            <a:r>
              <a:rPr lang="es-MX" sz="2800" dirty="0"/>
              <a:t>: el identificador de la voz a usar con TTS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 err="1"/>
              <a:t>Webhooks</a:t>
            </a:r>
            <a:r>
              <a:rPr lang="es-MX" sz="2800" noProof="0" dirty="0"/>
              <a:t>: definición de </a:t>
            </a:r>
            <a:r>
              <a:rPr lang="es-MX" sz="2800" noProof="0" dirty="0" err="1"/>
              <a:t>endpoints</a:t>
            </a:r>
            <a:r>
              <a:rPr lang="es-MX" sz="2800" noProof="0" dirty="0"/>
              <a:t> de API</a:t>
            </a:r>
          </a:p>
        </p:txBody>
      </p:sp>
    </p:spTree>
    <p:extLst>
      <p:ext uri="{BB962C8B-B14F-4D97-AF65-F5344CB8AC3E}">
        <p14:creationId xmlns:p14="http://schemas.microsoft.com/office/powerpoint/2010/main" val="52952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3FBC-3A7C-A34E-0316-DFCF9A2C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B39A0-7F9C-4EB8-7846-CE96FF82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Peticiones Gateway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04A70A3-6689-E628-4005-FAE7AE3B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4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E2AC42-A80F-30D9-0CB3-1240A0F8F10E}"/>
              </a:ext>
            </a:extLst>
          </p:cNvPr>
          <p:cNvSpPr txBox="1"/>
          <p:nvPr/>
        </p:nvSpPr>
        <p:spPr>
          <a:xfrm>
            <a:off x="564995" y="1486720"/>
            <a:ext cx="8292134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Obtener todos los modelos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dirty="0"/>
              <a:t>Obtener un modelo específico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Obtener el </a:t>
            </a:r>
            <a:r>
              <a:rPr lang="es-MX" sz="2800" noProof="0" dirty="0" err="1"/>
              <a:t>prompt</a:t>
            </a:r>
            <a:r>
              <a:rPr lang="es-MX" sz="2800" noProof="0" dirty="0"/>
              <a:t> de un modelo específico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dirty="0"/>
              <a:t>Crear un nuevo modelo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Modificar un modelo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759378-E7C4-9A00-5721-F63CC408A2A9}"/>
              </a:ext>
            </a:extLst>
          </p:cNvPr>
          <p:cNvSpPr txBox="1"/>
          <p:nvPr/>
        </p:nvSpPr>
        <p:spPr>
          <a:xfrm>
            <a:off x="5276545" y="1916252"/>
            <a:ext cx="1242648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 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2A29C0-A11C-BDE0-0720-D61366E54C4F}"/>
              </a:ext>
            </a:extLst>
          </p:cNvPr>
          <p:cNvSpPr txBox="1"/>
          <p:nvPr/>
        </p:nvSpPr>
        <p:spPr>
          <a:xfrm>
            <a:off x="5686272" y="2796239"/>
            <a:ext cx="166584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 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/:id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685568-B900-555E-E6E8-0F64A94A2345}"/>
              </a:ext>
            </a:extLst>
          </p:cNvPr>
          <p:cNvSpPr txBox="1"/>
          <p:nvPr/>
        </p:nvSpPr>
        <p:spPr>
          <a:xfrm>
            <a:off x="7614481" y="3626985"/>
            <a:ext cx="3041217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 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/:id/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instructions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0D4A9C-0354-486A-2778-065E5778B466}"/>
              </a:ext>
            </a:extLst>
          </p:cNvPr>
          <p:cNvSpPr txBox="1"/>
          <p:nvPr/>
        </p:nvSpPr>
        <p:spPr>
          <a:xfrm>
            <a:off x="4711062" y="4480083"/>
            <a:ext cx="1348446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POST 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86ABE69-94CE-2A56-B07C-7E38AFED9774}"/>
              </a:ext>
            </a:extLst>
          </p:cNvPr>
          <p:cNvSpPr txBox="1"/>
          <p:nvPr/>
        </p:nvSpPr>
        <p:spPr>
          <a:xfrm>
            <a:off x="4337826" y="5330574"/>
            <a:ext cx="166584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PUT /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agent</a:t>
            </a:r>
            <a:r>
              <a:rPr lang="es-MX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/:id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8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434B-0C13-8482-8F64-719964DD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9BFA5-B9A3-46F0-676C-44A54B47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 err="1"/>
              <a:t>Postman</a:t>
            </a:r>
            <a:endParaRPr lang="es-MX" noProof="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1E9A63E-A381-F6AE-4A10-F039C69A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5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3D318E-9973-45D8-A33F-455C01FDEF43}"/>
              </a:ext>
            </a:extLst>
          </p:cNvPr>
          <p:cNvSpPr txBox="1"/>
          <p:nvPr/>
        </p:nvSpPr>
        <p:spPr>
          <a:xfrm>
            <a:off x="564995" y="1884789"/>
            <a:ext cx="10820760" cy="394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debe apuntar a la IP del servidor Quantum (Ubuntu), puerto 3001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dirty="0"/>
              <a:t>.51:3001</a:t>
            </a:r>
            <a:endParaRPr lang="es-MX" sz="2000" noProof="0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ocupa una API Key para autenticación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MX" sz="2000" noProof="0" dirty="0"/>
              <a:t>key3</a:t>
            </a:r>
          </a:p>
          <a:p>
            <a:pPr>
              <a:lnSpc>
                <a:spcPct val="250000"/>
              </a:lnSpc>
            </a:pP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417093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30633</TotalTime>
  <Words>528</Words>
  <Application>Microsoft Office PowerPoint</Application>
  <PresentationFormat>Panorámica</PresentationFormat>
  <Paragraphs>51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Cascadia Code</vt:lpstr>
      <vt:lpstr>Office Theme</vt:lpstr>
      <vt:lpstr>Módulo 3</vt:lpstr>
      <vt:lpstr>Quantum</vt:lpstr>
      <vt:lpstr>Modelos</vt:lpstr>
      <vt:lpstr>Peticiones Gateway</vt:lpstr>
      <vt:lpstr>Postman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Paco Cota</cp:lastModifiedBy>
  <cp:revision>75</cp:revision>
  <dcterms:created xsi:type="dcterms:W3CDTF">2021-01-13T00:35:18Z</dcterms:created>
  <dcterms:modified xsi:type="dcterms:W3CDTF">2025-11-20T16:58:28Z</dcterms:modified>
</cp:coreProperties>
</file>