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5" r:id="rId8"/>
    <p:sldId id="268" r:id="rId9"/>
    <p:sldId id="269" r:id="rId10"/>
    <p:sldId id="270" r:id="rId11"/>
    <p:sldId id="272" r:id="rId12"/>
    <p:sldId id="271" r:id="rId13"/>
    <p:sldId id="275" r:id="rId14"/>
    <p:sldId id="274" r:id="rId15"/>
    <p:sldId id="273" r:id="rId16"/>
    <p:sldId id="262" r:id="rId17"/>
    <p:sldId id="276" r:id="rId18"/>
    <p:sldId id="263" r:id="rId19"/>
    <p:sldId id="277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 varScale="1">
        <p:scale>
          <a:sx n="85" d="100"/>
          <a:sy n="85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694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50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084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055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447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504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496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50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53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879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8863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4894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823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2156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9735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1133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85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FC09466-5CFB-41F9-AFF3-6BFAA33C5C55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F2FEC-7179-4B74-8FAC-FDD28B79B7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1047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EF280-1207-4E93-82DE-345DF4685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17" y="1313329"/>
            <a:ext cx="11438965" cy="3329581"/>
          </a:xfrm>
        </p:spPr>
        <p:txBody>
          <a:bodyPr>
            <a:normAutofit/>
          </a:bodyPr>
          <a:lstStyle/>
          <a:p>
            <a:r>
              <a:rPr lang="es-MX" sz="5400" dirty="0"/>
              <a:t>Plan de Capacitación Integral – Ingeniero Externo (</a:t>
            </a:r>
            <a:r>
              <a:rPr lang="es-MX" sz="5400" dirty="0" err="1"/>
              <a:t>Prompt</a:t>
            </a:r>
            <a:r>
              <a:rPr lang="es-MX" sz="5400" dirty="0"/>
              <a:t> </a:t>
            </a:r>
            <a:r>
              <a:rPr lang="es-MX" sz="5400" dirty="0" err="1"/>
              <a:t>Engineer</a:t>
            </a:r>
            <a:r>
              <a:rPr lang="es-MX" sz="5400" dirty="0"/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D21E3-6D07-42DB-AD3A-4A2A7EC93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Modulo 4</a:t>
            </a:r>
          </a:p>
        </p:txBody>
      </p:sp>
    </p:spTree>
    <p:extLst>
      <p:ext uri="{BB962C8B-B14F-4D97-AF65-F5344CB8AC3E}">
        <p14:creationId xmlns:p14="http://schemas.microsoft.com/office/powerpoint/2010/main" val="392591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C680B-1266-43E7-B60C-2707CEE1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Objetivo: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988117-E09B-4F1E-B669-9933DA40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Iterar y mejorar </a:t>
            </a:r>
            <a:r>
              <a:rPr lang="es-MX" dirty="0" err="1"/>
              <a:t>prompts</a:t>
            </a:r>
            <a:r>
              <a:rPr lang="es-MX" dirty="0"/>
              <a:t> con herramientas de prueba.</a:t>
            </a:r>
          </a:p>
        </p:txBody>
      </p:sp>
    </p:spTree>
    <p:extLst>
      <p:ext uri="{BB962C8B-B14F-4D97-AF65-F5344CB8AC3E}">
        <p14:creationId xmlns:p14="http://schemas.microsoft.com/office/powerpoint/2010/main" val="19774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D0519-8A7C-4651-9FDC-91EC8A13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2ACEC-E36F-4FDF-9D9F-C26D24141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Contenido: </a:t>
            </a:r>
          </a:p>
          <a:p>
            <a:r>
              <a:rPr lang="es-MX" dirty="0"/>
              <a:t>•  Edición de </a:t>
            </a:r>
            <a:r>
              <a:rPr lang="es-MX" dirty="0" err="1"/>
              <a:t>prompts</a:t>
            </a:r>
            <a:r>
              <a:rPr lang="es-MX" dirty="0"/>
              <a:t> en </a:t>
            </a:r>
            <a:r>
              <a:rPr lang="es-MX" dirty="0" err="1"/>
              <a:t>ChatGPT</a:t>
            </a:r>
            <a:r>
              <a:rPr lang="es-MX" dirty="0"/>
              <a:t> (Modelo 5 </a:t>
            </a:r>
            <a:r>
              <a:rPr lang="es-MX" dirty="0" err="1"/>
              <a:t>thinking</a:t>
            </a:r>
            <a:r>
              <a:rPr lang="es-MX" dirty="0"/>
              <a:t>). </a:t>
            </a:r>
          </a:p>
          <a:p>
            <a:r>
              <a:rPr lang="es-MX" dirty="0"/>
              <a:t>• Manejo de variables dinámicas. </a:t>
            </a:r>
          </a:p>
          <a:p>
            <a:r>
              <a:rPr lang="es-MX" dirty="0"/>
              <a:t>• Uso de </a:t>
            </a:r>
            <a:r>
              <a:rPr lang="es-MX" dirty="0" err="1"/>
              <a:t>ElevenLabs</a:t>
            </a:r>
            <a:r>
              <a:rPr lang="es-MX" dirty="0"/>
              <a:t> (cuenta de desarrollo) para pruebas de TTS. </a:t>
            </a:r>
          </a:p>
          <a:p>
            <a:r>
              <a:rPr lang="es-MX" dirty="0"/>
              <a:t>•  Lectura de logs en </a:t>
            </a:r>
            <a:r>
              <a:rPr lang="es-MX" dirty="0" err="1"/>
              <a:t>Deepgram</a:t>
            </a:r>
            <a:r>
              <a:rPr lang="es-MX" dirty="0"/>
              <a:t> para validación y </a:t>
            </a:r>
            <a:r>
              <a:rPr lang="es-MX" dirty="0" err="1"/>
              <a:t>troubleshooting</a:t>
            </a:r>
            <a:r>
              <a:rPr lang="es-MX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605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188F-F0CC-4632-845E-86E54A8B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pedir algo a </a:t>
            </a:r>
            <a:r>
              <a:rPr lang="es-MX" dirty="0" err="1"/>
              <a:t>ChatGPT</a:t>
            </a:r>
            <a:r>
              <a:rPr lang="es-MX" dirty="0"/>
              <a:t>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7B276B-27E1-4D19-960D-C7CC3D6D4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2394807"/>
            <a:ext cx="107300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 quieres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 lo quieres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qué lo quieres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MX" altLang="es-MX" sz="1800" b="1" dirty="0">
                <a:latin typeface="Arial" panose="020B0604020202020204" pitchFamily="34" charset="0"/>
              </a:rPr>
              <a:t>Ejemplo (Opcional pero </a:t>
            </a:r>
            <a:r>
              <a:rPr lang="es-MX" altLang="es-MX" sz="1800" b="1" dirty="0" err="1">
                <a:latin typeface="Arial" panose="020B0604020202020204" pitchFamily="34" charset="0"/>
              </a:rPr>
              <a:t>util</a:t>
            </a:r>
            <a:r>
              <a:rPr lang="es-MX" altLang="es-MX" sz="1800" b="1" dirty="0">
                <a:latin typeface="Arial" panose="020B0604020202020204" pitchFamily="34" charset="0"/>
              </a:rPr>
              <a:t>)</a:t>
            </a:r>
            <a:endParaRPr kumimoji="0" lang="es-MX" altLang="es-MX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Explícame qué es la energía solar de manera sencilla, como si lo enseñaras a un niño de 10 años.</a:t>
            </a:r>
          </a:p>
        </p:txBody>
      </p:sp>
    </p:spTree>
    <p:extLst>
      <p:ext uri="{BB962C8B-B14F-4D97-AF65-F5344CB8AC3E}">
        <p14:creationId xmlns:p14="http://schemas.microsoft.com/office/powerpoint/2010/main" val="204847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A5B76-DC3C-4183-948D-F799FFB6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Cómo editar un </a:t>
            </a:r>
            <a:r>
              <a:rPr lang="es-MX" dirty="0" err="1"/>
              <a:t>prompt</a:t>
            </a:r>
            <a:r>
              <a:rPr lang="es-MX" dirty="0"/>
              <a:t> para obtener mejores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2A928-0E05-4A9F-85D8-D9B8F9BE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Paso 1: Revisar si el </a:t>
            </a:r>
            <a:r>
              <a:rPr lang="es-MX" dirty="0" err="1"/>
              <a:t>prompt</a:t>
            </a:r>
            <a:r>
              <a:rPr lang="es-MX" dirty="0"/>
              <a:t> es vago</a:t>
            </a:r>
          </a:p>
          <a:p>
            <a:pPr marL="0" indent="0">
              <a:buNone/>
            </a:pPr>
            <a:r>
              <a:rPr lang="es-MX" dirty="0"/>
              <a:t>❌ </a:t>
            </a:r>
            <a:r>
              <a:rPr lang="es-MX" dirty="0" err="1"/>
              <a:t>Prompt</a:t>
            </a:r>
            <a:r>
              <a:rPr lang="es-MX" dirty="0"/>
              <a:t> malo:</a:t>
            </a:r>
          </a:p>
          <a:p>
            <a:pPr marL="0" indent="0">
              <a:buNone/>
            </a:pPr>
            <a:r>
              <a:rPr lang="es-MX" dirty="0"/>
              <a:t>Explícame la guerra </a:t>
            </a:r>
            <a:r>
              <a:rPr lang="es-MX" dirty="0" err="1"/>
              <a:t>mundial.Muy</a:t>
            </a:r>
            <a:r>
              <a:rPr lang="es-MX" dirty="0"/>
              <a:t> general → no se sabe cuál, ni qué parte.</a:t>
            </a:r>
          </a:p>
          <a:p>
            <a:r>
              <a:rPr lang="es-MX" dirty="0"/>
              <a:t> Paso 2: Agregar detalles</a:t>
            </a:r>
          </a:p>
          <a:p>
            <a:pPr marL="0" indent="0">
              <a:buNone/>
            </a:pPr>
            <a:r>
              <a:rPr lang="es-MX" dirty="0"/>
              <a:t>✔️ Mejor: Explícame la Primera Guerra Mundial en pocas palabras.</a:t>
            </a:r>
          </a:p>
          <a:p>
            <a:r>
              <a:rPr lang="es-MX" dirty="0"/>
              <a:t>Paso 3: Especificar estilo, extensión o enfoque</a:t>
            </a:r>
          </a:p>
          <a:p>
            <a:pPr marL="0" indent="0">
              <a:buNone/>
            </a:pPr>
            <a:r>
              <a:rPr lang="es-MX" dirty="0"/>
              <a:t>✔️ Mucho </a:t>
            </a:r>
            <a:r>
              <a:rPr lang="es-MX" dirty="0" err="1"/>
              <a:t>mejor:Explícame</a:t>
            </a:r>
            <a:r>
              <a:rPr lang="es-MX" dirty="0"/>
              <a:t> la Primera Guerra Mundial en 6 líneas, con un ejemplo y sin usar tecnicismos.</a:t>
            </a:r>
          </a:p>
        </p:txBody>
      </p:sp>
    </p:spTree>
    <p:extLst>
      <p:ext uri="{BB962C8B-B14F-4D97-AF65-F5344CB8AC3E}">
        <p14:creationId xmlns:p14="http://schemas.microsoft.com/office/powerpoint/2010/main" val="423924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F125F-D9D7-4F99-B776-31D96E33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Edita tu </a:t>
            </a:r>
            <a:r>
              <a:rPr lang="es-MX" dirty="0" err="1"/>
              <a:t>promt</a:t>
            </a: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BCB36A-A0B4-448F-85DB-1B7B58B7E0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3550494"/>
            <a:ext cx="58015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Aísla la sección donde quieres hacer el cambio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 el contenido exacto que quieres agregar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Encájalo sin mover lo que ya existe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Revisa que no rompa el flujo, variables ni validaciones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55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05FF1-58F5-4B39-B7F4-FD2637E1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14BF7-AA81-4669-B069-4CBBD3821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No romper la estructura</a:t>
            </a:r>
          </a:p>
          <a:p>
            <a:r>
              <a:rPr lang="es-MX" dirty="0"/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orden de las secciones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contenido literal del guion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diálogos ya establecidos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Las instrucciones “Esperar respuesta para continuar el flujo”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Las reglas de tipificación, cierres, validaciones o flujos condicionales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942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EE7D3-8FD1-4166-B815-D2511CC7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“Quiero agregar una validación nueva para evitar respuestas incompletas”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18FE11-980D-41AE-9B2E-40ECDB076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947" y="2805953"/>
            <a:ext cx="8946541" cy="4195481"/>
          </a:xfrm>
        </p:spPr>
        <p:txBody>
          <a:bodyPr/>
          <a:lstStyle/>
          <a:p>
            <a:r>
              <a:rPr lang="es-MX" dirty="0" err="1"/>
              <a:t>PROBLEMA:Los</a:t>
            </a:r>
            <a:r>
              <a:rPr lang="es-MX" dirty="0"/>
              <a:t> clientes dan respuestas como “más o menos” o “no me acuerdo bien”.</a:t>
            </a:r>
          </a:p>
          <a:p>
            <a:r>
              <a:rPr lang="es-MX" dirty="0" err="1"/>
              <a:t>EDICIÓN:Agrega</a:t>
            </a:r>
            <a:r>
              <a:rPr lang="es-MX" dirty="0"/>
              <a:t> en la sección 3. PERFIL FINANCIERO:</a:t>
            </a:r>
          </a:p>
          <a:p>
            <a:pPr marL="0" indent="0">
              <a:buNone/>
            </a:pPr>
            <a:r>
              <a:rPr lang="es-MX" dirty="0"/>
              <a:t>Validación </a:t>
            </a:r>
            <a:r>
              <a:rPr lang="es-MX" dirty="0" err="1"/>
              <a:t>adicional:“Si</a:t>
            </a:r>
            <a:r>
              <a:rPr lang="es-MX" dirty="0"/>
              <a:t> el cliente responde con frases vagas como ‘pues más o menos’, ‘yo creo’, ‘</a:t>
            </a:r>
            <a:r>
              <a:rPr lang="es-MX" dirty="0" err="1"/>
              <a:t>aprox</a:t>
            </a:r>
            <a:r>
              <a:rPr lang="es-MX" dirty="0"/>
              <a:t>’, </a:t>
            </a:r>
          </a:p>
          <a:p>
            <a:pPr marL="0" indent="0">
              <a:buNone/>
            </a:pPr>
            <a:r>
              <a:rPr lang="es-MX" dirty="0"/>
              <a:t>decir:‘&lt;{tratamiento}&gt; necesito un dato exacto para continuar con el trámite. ¿Me lo puede confirmar por favor?’</a:t>
            </a:r>
          </a:p>
          <a:p>
            <a:pPr marL="0" indent="0">
              <a:buNone/>
            </a:pPr>
            <a:r>
              <a:rPr lang="es-MX" dirty="0"/>
              <a:t>**Esperar respuesta para continuar el flujo.**</a:t>
            </a:r>
          </a:p>
        </p:txBody>
      </p:sp>
    </p:spTree>
    <p:extLst>
      <p:ext uri="{BB962C8B-B14F-4D97-AF65-F5344CB8AC3E}">
        <p14:creationId xmlns:p14="http://schemas.microsoft.com/office/powerpoint/2010/main" val="264433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1B5B0-F48F-4984-8769-B924E95E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modelo se está saltando pasos.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FF63CF-75CC-4568-BCE3-63218919B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PROBLEMA:ChatGPT</a:t>
            </a:r>
            <a:r>
              <a:rPr lang="es-MX" dirty="0"/>
              <a:t> pasa de 2.1 directamente a 3. PERFIL FINANCIERO.EDICIÓN</a:t>
            </a:r>
          </a:p>
          <a:p>
            <a:pPr marL="0" indent="0">
              <a:buNone/>
            </a:pPr>
            <a:r>
              <a:rPr lang="es-MX" dirty="0"/>
              <a:t>Insertar al final de #</a:t>
            </a:r>
          </a:p>
          <a:p>
            <a:pPr marL="0" indent="0">
              <a:buNone/>
            </a:pPr>
            <a:r>
              <a:rPr lang="es-MX" dirty="0"/>
              <a:t>Antes de avanzar, se debe CONFIRMAR explícitamente el valor de [Tramite3].Si no hay confirmación clara, no avanzar.</a:t>
            </a:r>
          </a:p>
        </p:txBody>
      </p:sp>
    </p:spTree>
    <p:extLst>
      <p:ext uri="{BB962C8B-B14F-4D97-AF65-F5344CB8AC3E}">
        <p14:creationId xmlns:p14="http://schemas.microsoft.com/office/powerpoint/2010/main" val="343390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B82A4-72CD-4797-9DB6-7CB567A1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“Quiero agregar una variable nueva”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BF88FF-C676-4079-B05C-A6A1E594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Quiero agregar {{ciudad}} para que se incluya en la introducción.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EDICIÓN: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PARÁMETROS DINÁMICOS: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Nueva variable: {{ciudad}}</a:t>
            </a:r>
            <a:b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Uso: para personalizar la apertura.</a:t>
            </a:r>
            <a:b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Agregar debajo del saludo:</a:t>
            </a:r>
            <a:b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"Veo que se encuentra en {{ciudad}}, gracias por tomar la llamada."</a:t>
            </a:r>
          </a:p>
        </p:txBody>
      </p:sp>
    </p:spTree>
    <p:extLst>
      <p:ext uri="{BB962C8B-B14F-4D97-AF65-F5344CB8AC3E}">
        <p14:creationId xmlns:p14="http://schemas.microsoft.com/office/powerpoint/2010/main" val="1090785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79DD5-B360-419D-A940-A0B0FA9D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Instrucciones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26E6D2-8581-4C10-B151-122116DD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Instrucciones Débiles:</a:t>
            </a:r>
          </a:p>
          <a:p>
            <a:pPr marL="0" indent="0">
              <a:buNone/>
            </a:pPr>
            <a:r>
              <a:rPr lang="es-MX" dirty="0"/>
              <a:t>Órdenes que no son claras o fuertes para el modelo.</a:t>
            </a:r>
          </a:p>
          <a:p>
            <a:r>
              <a:rPr lang="es-MX" b="1" dirty="0"/>
              <a:t>Ejemplo Débil:</a:t>
            </a:r>
            <a:br>
              <a:rPr lang="es-MX" dirty="0"/>
            </a:br>
            <a:r>
              <a:rPr lang="es-MX" dirty="0"/>
              <a:t>“Sé empático.”</a:t>
            </a:r>
          </a:p>
          <a:p>
            <a:r>
              <a:rPr lang="es-MX" b="1" dirty="0"/>
              <a:t>Corrección:</a:t>
            </a:r>
            <a:br>
              <a:rPr lang="es-MX" dirty="0"/>
            </a:br>
            <a:r>
              <a:rPr lang="es-MX" dirty="0"/>
              <a:t>“Usa frases como: ‘Entiendo’, ‘Con gusto le apoyo’, ‘Gracias por su paciencia’.”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106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968D8-D538-4C45-A91C-7C7C92A5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Cómo Evitar Saltos de Flujo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9B68F7-5BD3-433E-B992-7BFC27DE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Añadir reglas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“No avanzar hasta confirmación explícita.”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“Repetir solo si falta información.”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“Retomar exactamente donde se quedó.”</a:t>
            </a:r>
          </a:p>
          <a:p>
            <a:r>
              <a:rPr lang="es-MX" b="1" dirty="0"/>
              <a:t>Ejemplo:</a:t>
            </a:r>
            <a:br>
              <a:rPr lang="es-MX" dirty="0"/>
            </a:br>
            <a:r>
              <a:rPr lang="es-MX" dirty="0"/>
              <a:t>“Antes de avanzar desde 2.1.3, debe haber confirmación clara del valor [Tramite3].”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408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89FC5-87D8-4651-B18B-B9EF2F1C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Instrucciones buenas vs malas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C0F2E-150E-4F24-B051-70F6C009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Buenas: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claras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específicas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determinísticas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 diálogo exacto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 reglas del flujo</a:t>
            </a:r>
          </a:p>
          <a:p>
            <a:r>
              <a:rPr lang="es-MX" dirty="0"/>
              <a:t>Malas: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abiertas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emocionales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subjetivas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incompletas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6791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42A41-DD00-41EF-983D-D1B5470A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Errores comunes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98A5BA-81C7-45FA-9AAB-BBAE924BA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Los errores más comunes 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instrucciones ambiguas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instrucciones contradictorias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instrucciones incompletas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falta de validaciones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saltos de flujo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variables mal usadas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diálogos alterados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74803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656CA-DFCC-46DE-B49D-B83ECE20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D9F42-321C-4E04-A6AB-90F9EC7D2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Chat </a:t>
            </a:r>
            <a:r>
              <a:rPr lang="es-MX" dirty="0" err="1"/>
              <a:t>gpt</a:t>
            </a:r>
            <a:r>
              <a:rPr lang="es-MX" dirty="0"/>
              <a:t> puede interpretar el objetivo, fundamentos principales, como sus instrucciones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42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88F4D-11AF-4D05-B23E-402B7732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ELEVENLABS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E97C91-8B1B-47A8-B955-7213F398A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una empresa de tecnología especializada en </a:t>
            </a:r>
            <a:r>
              <a:rPr lang="es-MX" b="1" dirty="0"/>
              <a:t>inteligencia artificial generativa de audio</a:t>
            </a:r>
            <a:r>
              <a:rPr lang="es-MX" dirty="0"/>
              <a:t>,</a:t>
            </a:r>
          </a:p>
          <a:p>
            <a:r>
              <a:rPr lang="es-MX" dirty="0"/>
              <a:t>Conversión de </a:t>
            </a:r>
            <a:r>
              <a:rPr lang="es-MX" b="1" dirty="0"/>
              <a:t>texto a voz</a:t>
            </a:r>
            <a:r>
              <a:rPr lang="es-MX" dirty="0"/>
              <a:t> (TTS – </a:t>
            </a:r>
            <a:r>
              <a:rPr lang="es-MX" dirty="0" err="1"/>
              <a:t>text-to-speech</a:t>
            </a:r>
            <a:r>
              <a:rPr lang="es-MX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14654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AB4C2-8F8C-4F57-8EF1-909B9513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416859"/>
            <a:ext cx="9404723" cy="1400530"/>
          </a:xfrm>
        </p:spPr>
        <p:txBody>
          <a:bodyPr/>
          <a:lstStyle/>
          <a:p>
            <a:r>
              <a:rPr lang="es-MX" dirty="0"/>
              <a:t>Chat </a:t>
            </a:r>
            <a:r>
              <a:rPr lang="es-MX" dirty="0" err="1"/>
              <a:t>gpt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BABAEE-B376-487E-9ACB-403B3C1FA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3" y="2662519"/>
            <a:ext cx="8946541" cy="4195481"/>
          </a:xfrm>
        </p:spPr>
        <p:txBody>
          <a:bodyPr/>
          <a:lstStyle/>
          <a:p>
            <a:r>
              <a:rPr lang="es-MX" dirty="0"/>
              <a:t>A partir de ahora, usa el contenido del archivo .</a:t>
            </a:r>
            <a:r>
              <a:rPr lang="es-MX" dirty="0" err="1"/>
              <a:t>md</a:t>
            </a:r>
            <a:r>
              <a:rPr lang="es-MX" dirty="0"/>
              <a:t> como mi nueva configuración de comportamiento.</a:t>
            </a:r>
          </a:p>
        </p:txBody>
      </p:sp>
    </p:spTree>
    <p:extLst>
      <p:ext uri="{BB962C8B-B14F-4D97-AF65-F5344CB8AC3E}">
        <p14:creationId xmlns:p14="http://schemas.microsoft.com/office/powerpoint/2010/main" val="3408877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AF3E0-BF60-41CD-94A9-58966381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LOGS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4EEF42-01C5-4843-B390-D1B7A77D2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771" y="1331259"/>
            <a:ext cx="8946541" cy="4195481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RUTA /</a:t>
            </a:r>
            <a:r>
              <a:rPr lang="pt-BR" dirty="0"/>
              <a:t>home/tecnologia/quantum/quantum-</a:t>
            </a:r>
            <a:r>
              <a:rPr lang="pt-BR" dirty="0" err="1"/>
              <a:t>bot</a:t>
            </a:r>
            <a:r>
              <a:rPr lang="pt-BR" dirty="0"/>
              <a:t>/logs</a:t>
            </a:r>
            <a:endParaRPr lang="es-MX" dirty="0"/>
          </a:p>
          <a:p>
            <a:r>
              <a:rPr lang="es-MX" dirty="0"/>
              <a:t>LECTURA</a:t>
            </a:r>
          </a:p>
          <a:p>
            <a:pPr marL="0" indent="0">
              <a:buNone/>
            </a:pPr>
            <a:r>
              <a:rPr lang="es-MX" dirty="0"/>
              <a:t>CALLID </a:t>
            </a:r>
            <a:r>
              <a:rPr lang="es-MX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"callId":2939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SESION ID</a:t>
            </a:r>
          </a:p>
          <a:p>
            <a:pPr marL="0" indent="0">
              <a:buNone/>
            </a:pPr>
            <a:r>
              <a:rPr lang="es-MX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"sessionId":"ae39d04b-2357-4ab7-9f7c-1978f978e172"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{"</a:t>
            </a:r>
            <a:r>
              <a:rPr lang="es-MX" dirty="0" err="1"/>
              <a:t>event</a:t>
            </a:r>
            <a:r>
              <a:rPr lang="es-MX" dirty="0"/>
              <a:t>":{"event_id":"event_Ce0vVE24HifeGNNQoXxdb","item":{"</a:t>
            </a:r>
            <a:r>
              <a:rPr lang="es-MX" dirty="0" err="1"/>
              <a:t>content</a:t>
            </a:r>
            <a:r>
              <a:rPr lang="es-MX" dirty="0"/>
              <a:t>":[{"</a:t>
            </a:r>
            <a:r>
              <a:rPr lang="es-MX" dirty="0" err="1"/>
              <a:t>text</a:t>
            </a:r>
            <a:r>
              <a:rPr lang="es-MX" dirty="0"/>
              <a:t>":"¿Con qué banco tiene esa tarjeta?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VisualCode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CTRL+SHFT+F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8096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8F246-F239-4615-ADB1-536B5E22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ERRORES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2B70F-0D05-45B0-BB84-1EA3FE99C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--Es de que se trató de cancelar una respuesta del </a:t>
            </a:r>
            <a:r>
              <a:rPr lang="es-MX" dirty="0" err="1"/>
              <a:t>bot</a:t>
            </a:r>
            <a:r>
              <a:rPr lang="es-MX" dirty="0"/>
              <a:t>, pero ya no había ninguna activa</a:t>
            </a:r>
          </a:p>
          <a:p>
            <a:r>
              <a:rPr lang="es-MX" dirty="0"/>
              <a:t>{"</a:t>
            </a:r>
            <a:r>
              <a:rPr lang="es-MX" dirty="0" err="1"/>
              <a:t>event</a:t>
            </a:r>
            <a:r>
              <a:rPr lang="es-MX" dirty="0"/>
              <a:t>":{"error":{"code":"response_cancel_not_active","event_id":null,"message":"Cancellation </a:t>
            </a:r>
            <a:r>
              <a:rPr lang="es-MX" dirty="0" err="1"/>
              <a:t>failed</a:t>
            </a:r>
            <a:r>
              <a:rPr lang="es-MX" dirty="0"/>
              <a:t>: no active response </a:t>
            </a:r>
            <a:r>
              <a:rPr lang="es-MX" dirty="0" err="1"/>
              <a:t>found</a:t>
            </a:r>
            <a:r>
              <a:rPr lang="es-MX" dirty="0"/>
              <a:t>","</a:t>
            </a:r>
            <a:r>
              <a:rPr lang="es-MX" dirty="0" err="1"/>
              <a:t>param</a:t>
            </a:r>
            <a:r>
              <a:rPr lang="es-MX" dirty="0"/>
              <a:t>":</a:t>
            </a:r>
            <a:r>
              <a:rPr lang="es-MX" dirty="0" err="1"/>
              <a:t>null</a:t>
            </a:r>
            <a:r>
              <a:rPr lang="es-MX" dirty="0"/>
              <a:t>,"</a:t>
            </a:r>
            <a:r>
              <a:rPr lang="es-MX" dirty="0" err="1"/>
              <a:t>type</a:t>
            </a:r>
            <a:r>
              <a:rPr lang="es-MX" dirty="0"/>
              <a:t>":"</a:t>
            </a:r>
            <a:r>
              <a:rPr lang="es-MX" dirty="0" err="1"/>
              <a:t>invalid_request_error</a:t>
            </a:r>
            <a:r>
              <a:rPr lang="es-MX" dirty="0"/>
              <a:t>"},"</a:t>
            </a:r>
            <a:r>
              <a:rPr lang="es-MX" dirty="0" err="1"/>
              <a:t>event_id</a:t>
            </a:r>
            <a:r>
              <a:rPr lang="es-MX" dirty="0"/>
              <a:t>":</a:t>
            </a:r>
          </a:p>
          <a:p>
            <a:r>
              <a:rPr lang="es-MX" dirty="0"/>
              <a:t>--cuando se le pide al </a:t>
            </a:r>
            <a:r>
              <a:rPr lang="es-MX" dirty="0" err="1"/>
              <a:t>bot</a:t>
            </a:r>
            <a:r>
              <a:rPr lang="es-MX" dirty="0"/>
              <a:t> una respuesta cuando estaba en medio de generar una anterior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{"event":{"error":{"code":"conversation_already_has_active_response","event_id":null,"message":"Conversation already has an active response in progress: </a:t>
            </a:r>
            <a:endParaRPr lang="es-MX" dirty="0"/>
          </a:p>
          <a:p>
            <a:r>
              <a:rPr lang="es-MX" dirty="0"/>
              <a:t>---Error en la conexión de </a:t>
            </a:r>
            <a:r>
              <a:rPr lang="es-MX" dirty="0" err="1"/>
              <a:t>depgraam</a:t>
            </a:r>
            <a:r>
              <a:rPr lang="es-MX" dirty="0"/>
              <a:t> o </a:t>
            </a:r>
            <a:r>
              <a:rPr lang="es-MX" dirty="0" err="1"/>
              <a:t>elevenlabs</a:t>
            </a:r>
            <a:endParaRPr lang="es-MX" dirty="0"/>
          </a:p>
          <a:p>
            <a:r>
              <a:rPr lang="es-MX" dirty="0"/>
              <a:t>{"error":{},"</a:t>
            </a:r>
            <a:r>
              <a:rPr lang="es-MX" dirty="0" err="1"/>
              <a:t>level</a:t>
            </a:r>
            <a:r>
              <a:rPr lang="es-MX" dirty="0"/>
              <a:t>":"error","</a:t>
            </a:r>
            <a:r>
              <a:rPr lang="es-MX" dirty="0" err="1"/>
              <a:t>message</a:t>
            </a:r>
            <a:r>
              <a:rPr lang="es-MX" dirty="0"/>
              <a:t>":"</a:t>
            </a:r>
            <a:r>
              <a:rPr lang="es-MX" dirty="0" err="1"/>
              <a:t>Deepgram</a:t>
            </a:r>
            <a:r>
              <a:rPr lang="es-MX" dirty="0"/>
              <a:t> </a:t>
            </a:r>
            <a:r>
              <a:rPr lang="es-MX" dirty="0" err="1"/>
              <a:t>connection</a:t>
            </a:r>
            <a:r>
              <a:rPr lang="es-MX" dirty="0"/>
              <a:t> error","session":"acaa7aa9-2eed-41cb-872a-a9bacc1c05d5","t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8032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4034F-7C83-428F-8AC0-C13979EA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Practica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865AAF-6C4B-4769-BBDF-48615B2C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Probar </a:t>
            </a:r>
            <a:r>
              <a:rPr lang="es-MX" dirty="0" err="1"/>
              <a:t>promts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Usar </a:t>
            </a:r>
            <a:r>
              <a:rPr lang="es-MX" dirty="0" err="1"/>
              <a:t>elevenlabs</a:t>
            </a:r>
            <a:r>
              <a:rPr lang="es-MX" dirty="0"/>
              <a:t> para probar (opcional)</a:t>
            </a:r>
          </a:p>
          <a:p>
            <a:pPr marL="0" indent="0">
              <a:buNone/>
            </a:pPr>
            <a:r>
              <a:rPr lang="es-MX" dirty="0"/>
              <a:t>Usar Chat </a:t>
            </a:r>
            <a:r>
              <a:rPr lang="es-MX" dirty="0" err="1"/>
              <a:t>gpt</a:t>
            </a:r>
            <a:r>
              <a:rPr lang="es-MX" dirty="0"/>
              <a:t> </a:t>
            </a:r>
          </a:p>
          <a:p>
            <a:pPr marL="0" indent="0">
              <a:buNone/>
            </a:pPr>
            <a:r>
              <a:rPr lang="es-MX" dirty="0"/>
              <a:t>Detectar errores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Lectura de log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4664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272</TotalTime>
  <Words>904</Words>
  <Application>Microsoft Office PowerPoint</Application>
  <PresentationFormat>Panorámica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Cascadia Mono</vt:lpstr>
      <vt:lpstr>Century Gothic</vt:lpstr>
      <vt:lpstr>Consolas</vt:lpstr>
      <vt:lpstr>Wingdings 3</vt:lpstr>
      <vt:lpstr>Ion</vt:lpstr>
      <vt:lpstr>Plan de Capacitación Integral – Ingeniero Externo (Prompt Engineer)</vt:lpstr>
      <vt:lpstr>Objetivo: </vt:lpstr>
      <vt:lpstr>Contenido </vt:lpstr>
      <vt:lpstr>¿Cómo pedir algo a ChatGPT?</vt:lpstr>
      <vt:lpstr>Cómo editar un prompt para obtener mejores resultados</vt:lpstr>
      <vt:lpstr>Edita tu promt</vt:lpstr>
      <vt:lpstr>Presentación de PowerPoint</vt:lpstr>
      <vt:lpstr>“Quiero agregar una validación nueva para evitar respuestas incompletas” </vt:lpstr>
      <vt:lpstr>El modelo se está saltando pasos.</vt:lpstr>
      <vt:lpstr>“Quiero agregar una variable nueva”</vt:lpstr>
      <vt:lpstr>Instrucciones</vt:lpstr>
      <vt:lpstr>Cómo Evitar Saltos de Flujo</vt:lpstr>
      <vt:lpstr>Instrucciones buenas vs malas</vt:lpstr>
      <vt:lpstr>Errores comunes</vt:lpstr>
      <vt:lpstr>Notas</vt:lpstr>
      <vt:lpstr>ELEVENLABS</vt:lpstr>
      <vt:lpstr>Chat gpt</vt:lpstr>
      <vt:lpstr>LOGS</vt:lpstr>
      <vt:lpstr>ERRORES</vt:lpstr>
      <vt:lpstr>Practica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Capacitación Integral – Ingeniero Externo (Prompt Engineer)</dc:title>
  <dc:creator>SAUL RODRIGUEZ</dc:creator>
  <cp:lastModifiedBy>SAUL RODRIGUEZ</cp:lastModifiedBy>
  <cp:revision>19</cp:revision>
  <dcterms:created xsi:type="dcterms:W3CDTF">2025-11-18T15:46:31Z</dcterms:created>
  <dcterms:modified xsi:type="dcterms:W3CDTF">2025-11-25T18:05:23Z</dcterms:modified>
</cp:coreProperties>
</file>