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11" r:id="rId3"/>
    <p:sldId id="316" r:id="rId4"/>
    <p:sldId id="326" r:id="rId5"/>
    <p:sldId id="327" r:id="rId6"/>
    <p:sldId id="328" r:id="rId7"/>
    <p:sldId id="329" r:id="rId8"/>
    <p:sldId id="317" r:id="rId9"/>
    <p:sldId id="330" r:id="rId10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4E56"/>
    <a:srgbClr val="EF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4"/>
    <p:restoredTop sz="85360" autoAdjust="0"/>
  </p:normalViewPr>
  <p:slideViewPr>
    <p:cSldViewPr snapToGrid="0" snapToObjects="1">
      <p:cViewPr varScale="1">
        <p:scale>
          <a:sx n="97" d="100"/>
          <a:sy n="97" d="100"/>
        </p:scale>
        <p:origin x="154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64245-1829-5547-BF7D-84C75D6D2518}" type="datetimeFigureOut">
              <a:rPr lang="en-MX" smtClean="0"/>
              <a:t>11/18/2025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B700F-B3D1-E34A-ACA9-CFE00A3D73DD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2978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Bienvenidos al módulo 2 de la capacitación del agente virtual. Hoy lo q vamos a ver es el componente conocido como Quantum. Qué es, qué hace, a grandes rasgos cómo funciona, y cómo se configura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1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140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tenemos</a:t>
            </a:r>
            <a:r>
              <a:rPr lang="en-US" dirty="0"/>
              <a:t> 3 </a:t>
            </a:r>
            <a:r>
              <a:rPr lang="en-US" dirty="0" err="1"/>
              <a:t>componentes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uno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servidor</a:t>
            </a:r>
            <a:r>
              <a:rPr lang="en-US" dirty="0"/>
              <a:t> </a:t>
            </a:r>
            <a:r>
              <a:rPr lang="en-US" dirty="0" err="1"/>
              <a:t>separado</a:t>
            </a:r>
            <a:r>
              <a:rPr lang="en-US" dirty="0"/>
              <a:t>.</a:t>
            </a:r>
          </a:p>
          <a:p>
            <a:r>
              <a:rPr lang="en-US" dirty="0"/>
              <a:t>-lo que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</a:t>
            </a:r>
            <a:r>
              <a:rPr lang="en-US" dirty="0" err="1"/>
              <a:t>cw</a:t>
            </a:r>
            <a:r>
              <a:rPr lang="en-US" dirty="0"/>
              <a:t>, con </a:t>
            </a:r>
            <a:r>
              <a:rPr lang="en-US" dirty="0" err="1"/>
              <a:t>su</a:t>
            </a:r>
            <a:r>
              <a:rPr lang="en-US" dirty="0"/>
              <a:t> BD</a:t>
            </a:r>
          </a:p>
          <a:p>
            <a:r>
              <a:rPr lang="en-US" dirty="0"/>
              <a:t>-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servidor</a:t>
            </a:r>
            <a:r>
              <a:rPr lang="en-US" dirty="0"/>
              <a:t> con Debian </a:t>
            </a:r>
            <a:r>
              <a:rPr lang="en-US" dirty="0" err="1"/>
              <a:t>tenemos</a:t>
            </a:r>
            <a:r>
              <a:rPr lang="en-US" dirty="0"/>
              <a:t> la </a:t>
            </a:r>
            <a:r>
              <a:rPr lang="en-US" dirty="0" err="1"/>
              <a:t>aplicación</a:t>
            </a:r>
            <a:r>
              <a:rPr lang="en-US" dirty="0"/>
              <a:t> de </a:t>
            </a:r>
            <a:r>
              <a:rPr lang="en-US" dirty="0" err="1"/>
              <a:t>telefonía</a:t>
            </a:r>
            <a:r>
              <a:rPr lang="en-US" dirty="0"/>
              <a:t>, </a:t>
            </a:r>
            <a:r>
              <a:rPr lang="en-US" dirty="0" err="1"/>
              <a:t>esta</a:t>
            </a:r>
            <a:r>
              <a:rPr lang="en-US" dirty="0"/>
              <a:t> es la que </a:t>
            </a:r>
            <a:r>
              <a:rPr lang="en-US" dirty="0" err="1"/>
              <a:t>tiene</a:t>
            </a:r>
            <a:r>
              <a:rPr lang="en-US" dirty="0"/>
              <a:t> las </a:t>
            </a:r>
            <a:r>
              <a:rPr lang="en-US" dirty="0" err="1"/>
              <a:t>troncales</a:t>
            </a:r>
            <a:r>
              <a:rPr lang="en-US" dirty="0"/>
              <a:t> a la PSTN y se </a:t>
            </a:r>
            <a:r>
              <a:rPr lang="en-US" dirty="0" err="1"/>
              <a:t>encarga</a:t>
            </a:r>
            <a:r>
              <a:rPr lang="en-US" dirty="0"/>
              <a:t> de la </a:t>
            </a:r>
            <a:r>
              <a:rPr lang="en-US" dirty="0" err="1"/>
              <a:t>marcación</a:t>
            </a:r>
            <a:r>
              <a:rPr lang="en-US" dirty="0"/>
              <a:t> y </a:t>
            </a:r>
            <a:r>
              <a:rPr lang="en-US" dirty="0" err="1"/>
              <a:t>manejo</a:t>
            </a:r>
            <a:r>
              <a:rPr lang="en-US" dirty="0"/>
              <a:t> del audio de las </a:t>
            </a:r>
            <a:r>
              <a:rPr lang="en-US" dirty="0" err="1"/>
              <a:t>llamadas</a:t>
            </a:r>
            <a:r>
              <a:rPr lang="en-US" dirty="0"/>
              <a:t>, </a:t>
            </a:r>
            <a:r>
              <a:rPr lang="en-US" dirty="0" err="1"/>
              <a:t>grabación</a:t>
            </a:r>
            <a:r>
              <a:rPr lang="en-US" dirty="0"/>
              <a:t>, etc.</a:t>
            </a:r>
          </a:p>
          <a:p>
            <a:r>
              <a:rPr lang="en-US" dirty="0"/>
              <a:t>-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Quantum, </a:t>
            </a:r>
            <a:r>
              <a:rPr lang="en-US" dirty="0" err="1"/>
              <a:t>este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que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del bot, </a:t>
            </a:r>
            <a:r>
              <a:rPr lang="en-US" dirty="0" err="1"/>
              <a:t>recibe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audio del </a:t>
            </a:r>
            <a:r>
              <a:rPr lang="en-US" dirty="0" err="1"/>
              <a:t>contacto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streaming, se </a:t>
            </a:r>
            <a:r>
              <a:rPr lang="en-US" dirty="0" err="1"/>
              <a:t>conecta</a:t>
            </a:r>
            <a:r>
              <a:rPr lang="en-US" dirty="0"/>
              <a:t> a </a:t>
            </a:r>
            <a:r>
              <a:rPr lang="en-US" dirty="0" err="1"/>
              <a:t>su</a:t>
            </a:r>
            <a:r>
              <a:rPr lang="en-US" dirty="0"/>
              <a:t> API tanto para </a:t>
            </a:r>
            <a:r>
              <a:rPr lang="en-US" dirty="0" err="1"/>
              <a:t>solicitar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contactos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para </a:t>
            </a:r>
            <a:r>
              <a:rPr lang="en-US" dirty="0" err="1"/>
              <a:t>enviar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capturados</a:t>
            </a:r>
            <a:r>
              <a:rPr lang="en-US" dirty="0"/>
              <a:t> para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validación</a:t>
            </a:r>
            <a:r>
              <a:rPr lang="en-US" dirty="0"/>
              <a:t>. Tiene </a:t>
            </a:r>
            <a:r>
              <a:rPr lang="en-US" dirty="0" err="1"/>
              <a:t>una</a:t>
            </a:r>
            <a:r>
              <a:rPr lang="en-US" dirty="0"/>
              <a:t> cache </a:t>
            </a:r>
            <a:r>
              <a:rPr lang="en-US" dirty="0" err="1"/>
              <a:t>donde</a:t>
            </a:r>
            <a:r>
              <a:rPr lang="en-US" dirty="0"/>
              <a:t> se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prompts, y se </a:t>
            </a:r>
            <a:r>
              <a:rPr lang="en-US" dirty="0" err="1"/>
              <a:t>conecta</a:t>
            </a:r>
            <a:r>
              <a:rPr lang="en-US" dirty="0"/>
              <a:t> con </a:t>
            </a:r>
            <a:r>
              <a:rPr lang="en-US" dirty="0" err="1"/>
              <a:t>estos</a:t>
            </a:r>
            <a:r>
              <a:rPr lang="en-US" dirty="0"/>
              <a:t> 3 </a:t>
            </a:r>
            <a:r>
              <a:rPr lang="en-US" dirty="0" err="1"/>
              <a:t>servicios</a:t>
            </a:r>
            <a:r>
              <a:rPr lang="en-US" dirty="0"/>
              <a:t>. Un STT que transcribe </a:t>
            </a:r>
            <a:r>
              <a:rPr lang="en-US" dirty="0" err="1"/>
              <a:t>el</a:t>
            </a:r>
            <a:r>
              <a:rPr lang="en-US" dirty="0"/>
              <a:t> audio del </a:t>
            </a:r>
            <a:r>
              <a:rPr lang="en-US" dirty="0" err="1"/>
              <a:t>contacto</a:t>
            </a:r>
            <a:r>
              <a:rPr lang="en-US" dirty="0"/>
              <a:t>, 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que genera las </a:t>
            </a:r>
            <a:r>
              <a:rPr lang="en-US" dirty="0" err="1"/>
              <a:t>respuestas</a:t>
            </a:r>
            <a:r>
              <a:rPr lang="en-US" dirty="0"/>
              <a:t> y un TTS que genera la </a:t>
            </a:r>
            <a:r>
              <a:rPr lang="en-US" dirty="0" err="1"/>
              <a:t>voz</a:t>
            </a:r>
            <a:r>
              <a:rPr lang="en-US" dirty="0"/>
              <a:t> del bot.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2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2181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Se compone de dos aplicaciones, ambas escritas en </a:t>
            </a:r>
            <a:r>
              <a:rPr lang="es-MX" dirty="0" err="1"/>
              <a:t>javascript</a:t>
            </a:r>
            <a:r>
              <a:rPr lang="es-MX" dirty="0"/>
              <a:t>, y corren con </a:t>
            </a:r>
            <a:r>
              <a:rPr lang="es-MX" dirty="0" err="1"/>
              <a:t>node</a:t>
            </a:r>
            <a:r>
              <a:rPr lang="es-MX" dirty="0"/>
              <a:t>.</a:t>
            </a:r>
          </a:p>
          <a:p>
            <a:r>
              <a:rPr lang="es-MX" dirty="0"/>
              <a:t>-el </a:t>
            </a:r>
            <a:r>
              <a:rPr lang="es-MX" dirty="0" err="1"/>
              <a:t>gateway</a:t>
            </a:r>
            <a:r>
              <a:rPr lang="es-MX" dirty="0"/>
              <a:t> que se encarga de establecer la comunicación con la aplicación de telefonía, de generar las sesiones y de administrar los </a:t>
            </a:r>
            <a:r>
              <a:rPr lang="es-MX" dirty="0" err="1"/>
              <a:t>prompts</a:t>
            </a:r>
            <a:r>
              <a:rPr lang="es-MX" dirty="0"/>
              <a:t>.</a:t>
            </a:r>
          </a:p>
          <a:p>
            <a:r>
              <a:rPr lang="es-MX" dirty="0"/>
              <a:t>-el </a:t>
            </a:r>
            <a:r>
              <a:rPr lang="es-MX" dirty="0" err="1"/>
              <a:t>bot</a:t>
            </a:r>
            <a:r>
              <a:rPr lang="es-MX" dirty="0"/>
              <a:t> que se encarga como tal de llevar las conversaciones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18446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Cómo hace esto?</a:t>
            </a:r>
          </a:p>
          <a:p>
            <a:r>
              <a:rPr lang="es-MX" dirty="0"/>
              <a:t>Básicamente lo que hace es orquestar estos 3 servicios, los encadena para a final de cuentas generar una respuesta “hablada” del </a:t>
            </a:r>
            <a:r>
              <a:rPr lang="es-MX" dirty="0" err="1"/>
              <a:t>bot</a:t>
            </a:r>
            <a:r>
              <a:rPr lang="es-MX" dirty="0"/>
              <a:t>.</a:t>
            </a:r>
          </a:p>
          <a:p>
            <a:r>
              <a:rPr lang="es-MX" dirty="0"/>
              <a:t>Lo que hace es </a:t>
            </a:r>
            <a:r>
              <a:rPr lang="es-MX" dirty="0" err="1"/>
              <a:t>streamear</a:t>
            </a:r>
            <a:r>
              <a:rPr lang="es-MX" dirty="0"/>
              <a:t> la voz del contacto hacia el STT, después genera una respuesta con el modelo de lenguaje, y por último pasa ese texto por el TTS para generar la voz del </a:t>
            </a:r>
            <a:r>
              <a:rPr lang="es-MX" dirty="0" err="1"/>
              <a:t>bot</a:t>
            </a:r>
            <a:r>
              <a:rPr lang="es-MX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4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70296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Aquí lo vemos en más detalle.</a:t>
            </a:r>
          </a:p>
          <a:p>
            <a:r>
              <a:rPr lang="es-MX" dirty="0"/>
              <a:t>La app de telefonía realiza una marcación, una vez que se establece la llamada, conecta con quantum (en específico con el quantum </a:t>
            </a:r>
            <a:r>
              <a:rPr lang="es-MX" dirty="0" err="1"/>
              <a:t>bot</a:t>
            </a:r>
            <a:r>
              <a:rPr lang="es-MX" dirty="0"/>
              <a:t>). En cada llamada, quantum lee el </a:t>
            </a:r>
            <a:r>
              <a:rPr lang="es-MX" dirty="0" err="1"/>
              <a:t>prompt</a:t>
            </a:r>
            <a:r>
              <a:rPr lang="es-MX" dirty="0"/>
              <a:t> de la caché, genera una nueva sesión con el modelo de lenguaje y le pasa el </a:t>
            </a:r>
            <a:r>
              <a:rPr lang="es-MX" dirty="0" err="1"/>
              <a:t>prompt</a:t>
            </a:r>
            <a:r>
              <a:rPr lang="es-MX" dirty="0"/>
              <a:t>, de esta manera es como le decimos al LLM qué es lo que tiene que responder. La app de telefonía entonces empieza a enviar el audio del contacto. Quantum a su vez </a:t>
            </a:r>
            <a:r>
              <a:rPr lang="es-MX" dirty="0" err="1"/>
              <a:t>streamea</a:t>
            </a:r>
            <a:r>
              <a:rPr lang="es-MX" dirty="0"/>
              <a:t> directo ese audio hacia el STT, y este nos devuelve transcripciones en tiempo real de lo que va diciendo el contacto. Después se envía esa transcripción hacia el modelo de lenguaje y este genera una respuesta. Esa respuesta se envía al TTS y se genera el audio que por último se envía igual por </a:t>
            </a:r>
            <a:r>
              <a:rPr lang="es-MX" dirty="0" err="1"/>
              <a:t>streaming</a:t>
            </a:r>
            <a:r>
              <a:rPr lang="es-MX" dirty="0"/>
              <a:t> de vuelta a la app de telefonía, y esta la manda por el puerto de marcación hacia el contacto.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5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20225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-Los prompts se </a:t>
            </a:r>
            <a:r>
              <a:rPr lang="en-US" dirty="0" err="1"/>
              <a:t>cargan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especializada</a:t>
            </a:r>
            <a:r>
              <a:rPr lang="en-US" dirty="0"/>
              <a:t> que </a:t>
            </a:r>
            <a:r>
              <a:rPr lang="en-US" dirty="0" err="1"/>
              <a:t>funciona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cache, lo que la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rápida</a:t>
            </a:r>
            <a:r>
              <a:rPr lang="en-US" dirty="0"/>
              <a:t> que </a:t>
            </a:r>
            <a:r>
              <a:rPr lang="en-US" dirty="0" err="1"/>
              <a:t>una</a:t>
            </a:r>
            <a:r>
              <a:rPr lang="en-US" dirty="0"/>
              <a:t> BD </a:t>
            </a:r>
            <a:r>
              <a:rPr lang="en-US" dirty="0" err="1"/>
              <a:t>tradicional</a:t>
            </a:r>
            <a:r>
              <a:rPr lang="en-US" dirty="0"/>
              <a:t> y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ayuda</a:t>
            </a:r>
            <a:r>
              <a:rPr lang="en-US" dirty="0"/>
              <a:t> a </a:t>
            </a:r>
            <a:r>
              <a:rPr lang="en-US" dirty="0" err="1"/>
              <a:t>reducir</a:t>
            </a:r>
            <a:r>
              <a:rPr lang="en-US" dirty="0"/>
              <a:t> la </a:t>
            </a:r>
            <a:r>
              <a:rPr lang="en-US" dirty="0" err="1"/>
              <a:t>latencia</a:t>
            </a:r>
            <a:r>
              <a:rPr lang="en-US" dirty="0"/>
              <a:t>.</a:t>
            </a:r>
          </a:p>
          <a:p>
            <a:r>
              <a:rPr lang="en-US" dirty="0"/>
              <a:t>-Esta BD </a:t>
            </a:r>
            <a:r>
              <a:rPr lang="en-US" dirty="0" err="1"/>
              <a:t>corre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docker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separada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quantum, </a:t>
            </a:r>
            <a:r>
              <a:rPr lang="en-US" dirty="0" err="1"/>
              <a:t>por</a:t>
            </a:r>
            <a:r>
              <a:rPr lang="en-US" dirty="0"/>
              <a:t> lo que Podemos acceder a </a:t>
            </a:r>
            <a:r>
              <a:rPr lang="en-US" dirty="0" err="1"/>
              <a:t>ella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fuera y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actualizaciones</a:t>
            </a:r>
            <a:r>
              <a:rPr lang="en-US" dirty="0"/>
              <a:t> sin </a:t>
            </a:r>
            <a:r>
              <a:rPr lang="en-US" dirty="0" err="1"/>
              <a:t>necesidad</a:t>
            </a:r>
            <a:r>
              <a:rPr lang="en-US" dirty="0"/>
              <a:t> de </a:t>
            </a:r>
            <a:r>
              <a:rPr lang="en-US" dirty="0" err="1"/>
              <a:t>reiniciar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contenedor</a:t>
            </a:r>
            <a:r>
              <a:rPr lang="en-US" dirty="0"/>
              <a:t>. Esto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cargar</a:t>
            </a:r>
            <a:r>
              <a:rPr lang="en-US" dirty="0"/>
              <a:t> y </a:t>
            </a:r>
            <a:r>
              <a:rPr lang="en-US" dirty="0" err="1"/>
              <a:t>modificar</a:t>
            </a:r>
            <a:r>
              <a:rPr lang="en-US" dirty="0"/>
              <a:t> prompts </a:t>
            </a:r>
            <a:r>
              <a:rPr lang="en-US" dirty="0" err="1"/>
              <a:t>durante</a:t>
            </a:r>
            <a:r>
              <a:rPr lang="en-US" dirty="0"/>
              <a:t> la </a:t>
            </a:r>
            <a:r>
              <a:rPr lang="en-US" dirty="0" err="1"/>
              <a:t>operación</a:t>
            </a:r>
            <a:r>
              <a:rPr lang="en-US" dirty="0"/>
              <a:t>.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llamada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esta</a:t>
            </a:r>
            <a:r>
              <a:rPr lang="en-US" dirty="0"/>
              <a:t> cache y lee </a:t>
            </a:r>
            <a:r>
              <a:rPr lang="en-US" dirty="0" err="1"/>
              <a:t>el</a:t>
            </a:r>
            <a:r>
              <a:rPr lang="en-US" dirty="0"/>
              <a:t> prompt de </a:t>
            </a:r>
            <a:r>
              <a:rPr lang="en-US" dirty="0" err="1"/>
              <a:t>ahí</a:t>
            </a:r>
            <a:r>
              <a:rPr lang="en-US" dirty="0"/>
              <a:t>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yo</a:t>
            </a:r>
            <a:r>
              <a:rPr lang="en-US" dirty="0"/>
              <a:t> </a:t>
            </a:r>
            <a:r>
              <a:rPr lang="en-US" dirty="0" err="1"/>
              <a:t>modifico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prompt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llamada</a:t>
            </a:r>
            <a:r>
              <a:rPr lang="en-US" dirty="0"/>
              <a:t> que </a:t>
            </a:r>
            <a:r>
              <a:rPr lang="en-US" dirty="0" err="1"/>
              <a:t>saque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a </a:t>
            </a:r>
            <a:r>
              <a:rPr lang="en-US" dirty="0" err="1"/>
              <a:t>traer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cambios</a:t>
            </a:r>
            <a:r>
              <a:rPr lang="en-US" dirty="0"/>
              <a:t>. No hay </a:t>
            </a:r>
            <a:r>
              <a:rPr lang="en-US" dirty="0" err="1"/>
              <a:t>necesidad</a:t>
            </a:r>
            <a:r>
              <a:rPr lang="en-US" dirty="0"/>
              <a:t> de </a:t>
            </a:r>
            <a:r>
              <a:rPr lang="en-US" dirty="0" err="1"/>
              <a:t>reiniciar</a:t>
            </a:r>
            <a:r>
              <a:rPr lang="en-US" dirty="0"/>
              <a:t> nada.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FB700F-B3D1-E34A-ACA9-CFE00A3D73DD}" type="slidenum">
              <a:rPr lang="en-MX" smtClean="0"/>
              <a:t>9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5287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9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2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9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2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2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05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7CCCC9-2DA4-0248-A529-D128CDA2CA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5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AD11FB1-8D11-FE4B-9DE5-8D3D2EA3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9954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8135" y="304270"/>
            <a:ext cx="6516687" cy="1829064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8134" y="2188451"/>
            <a:ext cx="6516688" cy="34084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135" y="2547339"/>
            <a:ext cx="6516687" cy="482600"/>
          </a:xfrm>
        </p:spPr>
        <p:txBody>
          <a:bodyPr>
            <a:normAutofit/>
          </a:bodyPr>
          <a:lstStyle>
            <a:lvl1pPr algn="l">
              <a:buNone/>
              <a:defRPr sz="2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AD11FB1-8D11-FE4B-9DE5-8D3D2EA3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2120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1062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15080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E70FACE-B0E8-FB4A-91EA-45E48EFF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65885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V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A36A290-5B48-414D-89C4-F9A0830B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816332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Kolo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35D1FD2-FFCA-E341-BE40-A5B14D4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42505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WTo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5EA379F-0490-6149-8923-31311CC3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22225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WTCobra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5EA379F-0490-6149-8923-31311CC3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40279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Rem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56" y="1156886"/>
            <a:ext cx="6516687" cy="1829064"/>
          </a:xfrm>
        </p:spPr>
        <p:txBody>
          <a:bodyPr anchor="b">
            <a:normAutofit/>
          </a:bodyPr>
          <a:lstStyle>
            <a:lvl1pPr algn="r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40 pts Bold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86755" y="2991639"/>
            <a:ext cx="6516688" cy="340842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Subtítulo</a:t>
            </a:r>
            <a:r>
              <a:rPr lang="en-US" dirty="0"/>
              <a:t> 24 pts Arial </a:t>
            </a:r>
            <a:endParaRPr lang="en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5EE0-70DF-1849-9AB0-035DFC91FD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86756" y="3338170"/>
            <a:ext cx="6516687" cy="482600"/>
          </a:xfrm>
        </p:spPr>
        <p:txBody>
          <a:bodyPr>
            <a:normAutofit/>
          </a:bodyPr>
          <a:lstStyle>
            <a:lvl1pPr algn="r">
              <a:buNone/>
              <a:defRPr sz="2000"/>
            </a:lvl1pPr>
          </a:lstStyle>
          <a:p>
            <a:pPr lvl="0"/>
            <a:r>
              <a:rPr lang="en-US" dirty="0"/>
              <a:t>Autor 20 pts Arial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3F17DA-FF63-F841-982E-6D2BE7A3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93266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984" y="1531776"/>
            <a:ext cx="8977112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391F9D1-184D-1D41-BC5E-C8FE322D4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69170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730" y="1531776"/>
            <a:ext cx="9625913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391D4CC-7415-FA45-B657-E3F11ADA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371072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, 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263400-B473-7048-A0FC-23ECA6C0E5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CF24A-A40B-A741-BAC6-B68D1FADF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47" y="1531776"/>
            <a:ext cx="6133070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24330F-510E-A241-AD8C-396D1A7EBD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82D861E-DB67-FF43-A197-20A40A93A43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734431" y="1531776"/>
            <a:ext cx="4823255" cy="4351338"/>
          </a:xfrm>
        </p:spPr>
        <p:txBody>
          <a:bodyPr/>
          <a:lstStyle>
            <a:lvl1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X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1E3F365-E4CD-BB44-8A4E-EF436D4C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98838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747E9-FA9C-254B-85E8-26FEB443D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4198A52-E220-CB4D-823A-26F573D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1471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Interna 2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747E9-FA9C-254B-85E8-26FEB443D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" y="449209"/>
            <a:ext cx="7772400" cy="633358"/>
          </a:xfrm>
        </p:spPr>
        <p:txBody>
          <a:bodyPr>
            <a:normAutofit/>
          </a:bodyPr>
          <a:lstStyle>
            <a:lvl1pPr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Arial 30 pts bold</a:t>
            </a:r>
            <a:endParaRPr lang="en-MX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4198A52-E220-CB4D-823A-26F573D8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24069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95C68DF-5EE1-0447-8B78-4CA2FD1B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63218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Alte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17194B-81E4-E54E-BEEE-6FCC9C04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809341F-0973-FD46-97E2-0979E78A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63708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874" y="4138252"/>
            <a:ext cx="5954111" cy="504379"/>
          </a:xfrm>
        </p:spPr>
        <p:txBody>
          <a:bodyPr anchor="t">
            <a:normAutofit/>
          </a:bodyPr>
          <a:lstStyle>
            <a:lvl1pPr algn="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presentador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8275" y="4642631"/>
            <a:ext cx="5801710" cy="1491411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Área</a:t>
            </a:r>
            <a:r>
              <a:rPr lang="en-US" dirty="0"/>
              <a:t>, cargo y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contacto</a:t>
            </a:r>
            <a:br>
              <a:rPr lang="en-US" dirty="0"/>
            </a:br>
            <a:r>
              <a:rPr lang="en-US" dirty="0"/>
              <a:t> 24 pts Arial</a:t>
            </a:r>
            <a:endParaRPr lang="en-MX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1A10DD9-AA05-804D-B6A5-8DDE6687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73454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B2153A-E818-CD4C-9E91-797CBABB4C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CC882-5AA2-A040-9ED4-6CE0A8DB9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874" y="4138252"/>
            <a:ext cx="5954111" cy="504379"/>
          </a:xfrm>
        </p:spPr>
        <p:txBody>
          <a:bodyPr anchor="t">
            <a:normAutofit/>
          </a:bodyPr>
          <a:lstStyle>
            <a:lvl1pPr algn="r"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</a:t>
            </a:r>
            <a:r>
              <a:rPr lang="en-US" dirty="0" err="1"/>
              <a:t>presentador</a:t>
            </a:r>
            <a:endParaRPr lang="en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1D79C-4E17-6F46-81F9-F9D82C36F5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8275" y="4642631"/>
            <a:ext cx="5801710" cy="1491411"/>
          </a:xfrm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Área</a:t>
            </a:r>
            <a:r>
              <a:rPr lang="en-US" dirty="0"/>
              <a:t>, cargo y 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contacto</a:t>
            </a:r>
            <a:br>
              <a:rPr lang="en-US" dirty="0"/>
            </a:br>
            <a:r>
              <a:rPr lang="en-US" dirty="0"/>
              <a:t> 24 pts Arial</a:t>
            </a:r>
            <a:endParaRPr lang="en-MX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1156CC9-02F3-C144-BC77-34C1742C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98924" y="6481764"/>
            <a:ext cx="990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8226375E-2950-B94D-8726-92C44E11A4B0}" type="slidenum">
              <a:rPr lang="en-MX" smtClean="0"/>
              <a:pPr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2642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44FAB6-18A1-2148-BF3D-9D6B44A3B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7E7E8-4549-FA47-985D-8BF93ABD3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F8C1-6555-ED44-93C5-5BE8B595A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1/13/21</a:t>
            </a:r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0D9F-9A30-7945-BECD-CD2734CDD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5074-13DA-6E4E-9A7A-FA51D6775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6375E-2950-B94D-8726-92C44E11A4B0}" type="slidenum">
              <a:rPr lang="en-MX" smtClean="0"/>
              <a:t>‹Nº›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7007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4" r:id="rId2"/>
    <p:sldLayoutId id="2147483675" r:id="rId3"/>
    <p:sldLayoutId id="2147483649" r:id="rId4"/>
    <p:sldLayoutId id="2147483662" r:id="rId5"/>
    <p:sldLayoutId id="2147483679" r:id="rId6"/>
    <p:sldLayoutId id="2147483680" r:id="rId7"/>
    <p:sldLayoutId id="2147483663" r:id="rId8"/>
    <p:sldLayoutId id="2147483686" r:id="rId9"/>
    <p:sldLayoutId id="2147483666" r:id="rId10"/>
    <p:sldLayoutId id="2147483682" r:id="rId11"/>
    <p:sldLayoutId id="2147483683" r:id="rId12"/>
    <p:sldLayoutId id="2147483667" r:id="rId13"/>
    <p:sldLayoutId id="2147483668" r:id="rId14"/>
    <p:sldLayoutId id="2147483669" r:id="rId15"/>
    <p:sldLayoutId id="2147483684" r:id="rId16"/>
    <p:sldLayoutId id="2147483670" r:id="rId17"/>
    <p:sldLayoutId id="2147483650" r:id="rId18"/>
    <p:sldLayoutId id="2147483671" r:id="rId19"/>
    <p:sldLayoutId id="2147483672" r:id="rId20"/>
    <p:sldLayoutId id="2147483654" r:id="rId21"/>
    <p:sldLayoutId id="2147483681" r:id="rId22"/>
    <p:sldLayoutId id="2147483664" r:id="rId23"/>
    <p:sldLayoutId id="2147483678" r:id="rId24"/>
    <p:sldLayoutId id="2147483661" r:id="rId25"/>
    <p:sldLayoutId id="2147483665" r:id="rId2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6FB9-4AD8-6C4E-9CEA-3444EC06F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135" y="304270"/>
            <a:ext cx="8445860" cy="1829064"/>
          </a:xfrm>
        </p:spPr>
        <p:txBody>
          <a:bodyPr/>
          <a:lstStyle/>
          <a:p>
            <a:r>
              <a:rPr lang="es-MX" noProof="0" dirty="0"/>
              <a:t>Quantum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D04CC-380E-624D-A657-6ABD0753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1</a:t>
            </a:fld>
            <a:endParaRPr lang="es-MX" noProof="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21CFADD6-C3B1-71F8-09F3-53EA3BF091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45788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A0774-DC1B-BA45-8E66-6F83B91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Arquitectura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E9052F-0AFC-0C45-B01E-ABED9477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2</a:t>
            </a:fld>
            <a:endParaRPr lang="es-MX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32DAA01-27AA-4170-49F1-1A70DEDFC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1573"/>
            <a:ext cx="12192000" cy="514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A0774-DC1B-BA45-8E66-6F83B91A2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Quantum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E9052F-0AFC-0C45-B01E-ABED9477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3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C81FC4-590A-004D-BBB9-93E7CB568A4E}"/>
              </a:ext>
            </a:extLst>
          </p:cNvPr>
          <p:cNvSpPr txBox="1"/>
          <p:nvPr/>
        </p:nvSpPr>
        <p:spPr>
          <a:xfrm>
            <a:off x="564995" y="1854274"/>
            <a:ext cx="8292134" cy="3149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compone de dos aplicaciones Node.js: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Quantum Gateway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Quantum Bot</a:t>
            </a:r>
          </a:p>
        </p:txBody>
      </p:sp>
    </p:spTree>
    <p:extLst>
      <p:ext uri="{BB962C8B-B14F-4D97-AF65-F5344CB8AC3E}">
        <p14:creationId xmlns:p14="http://schemas.microsoft.com/office/powerpoint/2010/main" val="52952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3FBC-3A7C-A34E-0316-DFCF9A2C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B39A0-7F9C-4EB8-7846-CE96FF82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Quantum Bot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04A70A3-6689-E628-4005-FAE7AE3B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4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E2AC42-A80F-30D9-0CB3-1240A0F8F10E}"/>
              </a:ext>
            </a:extLst>
          </p:cNvPr>
          <p:cNvSpPr txBox="1"/>
          <p:nvPr/>
        </p:nvSpPr>
        <p:spPr>
          <a:xfrm>
            <a:off x="564995" y="1486720"/>
            <a:ext cx="8292134" cy="4226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encarga de la interacción con los servicios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 err="1"/>
              <a:t>Stream</a:t>
            </a:r>
            <a:r>
              <a:rPr lang="es-MX" sz="2800" noProof="0" dirty="0"/>
              <a:t> de voz hacia STT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Generación de respuesta con LLM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Generación de audio con TTS</a:t>
            </a:r>
          </a:p>
        </p:txBody>
      </p:sp>
    </p:spTree>
    <p:extLst>
      <p:ext uri="{BB962C8B-B14F-4D97-AF65-F5344CB8AC3E}">
        <p14:creationId xmlns:p14="http://schemas.microsoft.com/office/powerpoint/2010/main" val="220438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6258-4A0D-2649-4FAF-31F03800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19CB3-BF67-960B-1285-3B431EB4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Componente Quantum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7FFB188-CAD8-3B51-4F56-EBE74AD3B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5</a:t>
            </a:fld>
            <a:endParaRPr lang="es-MX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AB6ED28-35CE-362C-C8C0-568C102EC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37" y="1187264"/>
            <a:ext cx="76295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4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C073-402D-2E86-4292-AFBE5045A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A6E9C-200F-39C0-374F-011FFCB3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Configuración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3160F1-BE1C-F871-64DD-22E87A29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6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53C065-30A6-BEEC-157F-DF1CE9779917}"/>
              </a:ext>
            </a:extLst>
          </p:cNvPr>
          <p:cNvSpPr txBox="1"/>
          <p:nvPr/>
        </p:nvSpPr>
        <p:spPr>
          <a:xfrm>
            <a:off x="564993" y="1266616"/>
            <a:ext cx="8982417" cy="207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Ubicación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Contenido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D9F821-FB5D-CE90-80F8-26F7CE53F1DF}"/>
              </a:ext>
            </a:extLst>
          </p:cNvPr>
          <p:cNvSpPr txBox="1"/>
          <p:nvPr/>
        </p:nvSpPr>
        <p:spPr>
          <a:xfrm>
            <a:off x="1044617" y="2359222"/>
            <a:ext cx="5051383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/quantum/quantum-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gateway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/quantum/quantum-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bot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79A5B4-4A95-9B80-878E-148F2A671A9A}"/>
              </a:ext>
            </a:extLst>
          </p:cNvPr>
          <p:cNvSpPr txBox="1"/>
          <p:nvPr/>
        </p:nvSpPr>
        <p:spPr>
          <a:xfrm>
            <a:off x="1044617" y="3343279"/>
            <a:ext cx="1242648" cy="9541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logs/</a:t>
            </a:r>
          </a:p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</a:t>
            </a:r>
          </a:p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Dockerfile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env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4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AD98-B874-57E9-04F8-5D38335D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EE0D4-3C72-606D-D691-BBE3F5CCA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Configuración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145B7A9-9BC2-2C2A-F27B-292C1E7B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7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7CE684F-2DE9-D9F6-6940-FD0E446EC77E}"/>
              </a:ext>
            </a:extLst>
          </p:cNvPr>
          <p:cNvSpPr txBox="1"/>
          <p:nvPr/>
        </p:nvSpPr>
        <p:spPr>
          <a:xfrm>
            <a:off x="564993" y="1266616"/>
            <a:ext cx="8982417" cy="207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.</a:t>
            </a:r>
            <a:r>
              <a:rPr lang="es-MX" sz="2800" noProof="0" dirty="0" err="1"/>
              <a:t>env</a:t>
            </a:r>
            <a:endParaRPr lang="es-MX" sz="2800" noProof="0" dirty="0"/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s-MX" sz="2800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C85333-7DEC-901E-5018-D11DBCAC191C}"/>
              </a:ext>
            </a:extLst>
          </p:cNvPr>
          <p:cNvSpPr txBox="1"/>
          <p:nvPr/>
        </p:nvSpPr>
        <p:spPr>
          <a:xfrm>
            <a:off x="1044617" y="2312895"/>
            <a:ext cx="4020442" cy="24622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LOG_LEVEL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NO_INPUT_TIMEOUT_MS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MAX_NO_INPUT_RETRIES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GREETING_TIMEOUT</a:t>
            </a:r>
          </a:p>
          <a:p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ELEVENLABS_MODEL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ELEVENLABS_DEFAULT_VOICE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ELEVENLABS_SPEED</a:t>
            </a:r>
          </a:p>
          <a:p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DEEPGRAM_ENDPOINTING</a:t>
            </a:r>
          </a:p>
          <a:p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DEEPGRAM_SILENCE_LIMIT</a:t>
            </a:r>
          </a:p>
        </p:txBody>
      </p:sp>
    </p:spTree>
    <p:extLst>
      <p:ext uri="{BB962C8B-B14F-4D97-AF65-F5344CB8AC3E}">
        <p14:creationId xmlns:p14="http://schemas.microsoft.com/office/powerpoint/2010/main" val="421131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9335-016F-3582-17A5-F0C372B5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D3B24-8992-8454-9FE9-038B53FB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Configuración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D6E16A9-0DF4-FEBA-25FC-20CB7C58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8</a:t>
            </a:fld>
            <a:endParaRPr lang="es-MX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36AA9E-CC01-E4D9-A88F-B20BF45E388C}"/>
              </a:ext>
            </a:extLst>
          </p:cNvPr>
          <p:cNvSpPr txBox="1"/>
          <p:nvPr/>
        </p:nvSpPr>
        <p:spPr>
          <a:xfrm>
            <a:off x="564995" y="1020555"/>
            <a:ext cx="8292134" cy="3741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Levantar Docker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Validar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Reiniciar Docker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C5A247-B7F5-220E-E8EA-356EFFC88904}"/>
              </a:ext>
            </a:extLst>
          </p:cNvPr>
          <p:cNvSpPr txBox="1"/>
          <p:nvPr/>
        </p:nvSpPr>
        <p:spPr>
          <a:xfrm>
            <a:off x="1102658" y="2287504"/>
            <a:ext cx="3147015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docker-compose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up –d --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build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AAC61D-EC3C-1C01-D0E5-DF7DB8D07820}"/>
              </a:ext>
            </a:extLst>
          </p:cNvPr>
          <p:cNvSpPr txBox="1"/>
          <p:nvPr/>
        </p:nvSpPr>
        <p:spPr>
          <a:xfrm>
            <a:off x="1102658" y="3554453"/>
            <a:ext cx="4628190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ps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logs quantum-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bot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--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tail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=50 --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follow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47EB13-4FA3-A434-C4F7-525888758147}"/>
              </a:ext>
            </a:extLst>
          </p:cNvPr>
          <p:cNvSpPr txBox="1"/>
          <p:nvPr/>
        </p:nvSpPr>
        <p:spPr>
          <a:xfrm>
            <a:off x="1102657" y="4820806"/>
            <a:ext cx="314701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docker-compose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down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docker-compose</a:t>
            </a:r>
            <a:r>
              <a:rPr lang="es-MX" sz="1400" noProof="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up -d --</a:t>
            </a:r>
            <a:r>
              <a:rPr lang="es-MX" sz="1400" noProof="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build</a:t>
            </a:r>
            <a:endParaRPr lang="es-MX" sz="1400" noProof="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14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3FA1-48B5-E336-95CF-B28CB8B3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94776-9366-7380-0D9C-85E13DD3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noProof="0" dirty="0"/>
              <a:t>Carga de </a:t>
            </a:r>
            <a:r>
              <a:rPr lang="es-MX" noProof="0" dirty="0" err="1"/>
              <a:t>prompts</a:t>
            </a:r>
            <a:endParaRPr lang="es-MX" noProof="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B78155B-1BBE-69FD-15EB-A7F8CAAD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375E-2950-B94D-8726-92C44E11A4B0}" type="slidenum">
              <a:rPr lang="es-MX" noProof="0" smtClean="0"/>
              <a:pPr/>
              <a:t>9</a:t>
            </a:fld>
            <a:endParaRPr lang="es-MX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865523-AAD1-F3F5-6936-EBBA70A425DD}"/>
              </a:ext>
            </a:extLst>
          </p:cNvPr>
          <p:cNvSpPr txBox="1"/>
          <p:nvPr/>
        </p:nvSpPr>
        <p:spPr>
          <a:xfrm>
            <a:off x="564995" y="1854274"/>
            <a:ext cx="8292134" cy="499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cargan en memoria caché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puede hacer durante la operación</a:t>
            </a:r>
          </a:p>
          <a:p>
            <a:pPr marL="914400" lvl="1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000" noProof="0" dirty="0"/>
              <a:t>Cada llamada lee el </a:t>
            </a:r>
            <a:r>
              <a:rPr lang="es-MX" sz="2000" noProof="0" dirty="0" err="1"/>
              <a:t>prompt</a:t>
            </a:r>
            <a:r>
              <a:rPr lang="es-MX" sz="2000" noProof="0" dirty="0"/>
              <a:t> desde la caché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MX" sz="2800" noProof="0" dirty="0"/>
              <a:t>Se realiza con </a:t>
            </a:r>
            <a:r>
              <a:rPr lang="es-MX" sz="2800" noProof="0" dirty="0" err="1"/>
              <a:t>Postman</a:t>
            </a:r>
            <a:endParaRPr lang="es-MX" sz="2800" noProof="0" dirty="0"/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es-MX" sz="2800" noProof="0" dirty="0"/>
          </a:p>
        </p:txBody>
      </p:sp>
    </p:spTree>
    <p:extLst>
      <p:ext uri="{BB962C8B-B14F-4D97-AF65-F5344CB8AC3E}">
        <p14:creationId xmlns:p14="http://schemas.microsoft.com/office/powerpoint/2010/main" val="1034098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29461</TotalTime>
  <Words>784</Words>
  <Application>Microsoft Office PowerPoint</Application>
  <PresentationFormat>Panorámica</PresentationFormat>
  <Paragraphs>77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Cascadia Code</vt:lpstr>
      <vt:lpstr>Office Theme</vt:lpstr>
      <vt:lpstr>Quantum</vt:lpstr>
      <vt:lpstr>Arquitectura</vt:lpstr>
      <vt:lpstr>Quantum</vt:lpstr>
      <vt:lpstr>Quantum Bot</vt:lpstr>
      <vt:lpstr>Componente Quantum</vt:lpstr>
      <vt:lpstr>Configuración</vt:lpstr>
      <vt:lpstr>Configuración</vt:lpstr>
      <vt:lpstr>Configuración</vt:lpstr>
      <vt:lpstr>Carga de prompts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Paco Cota</cp:lastModifiedBy>
  <cp:revision>75</cp:revision>
  <dcterms:created xsi:type="dcterms:W3CDTF">2021-01-13T00:35:18Z</dcterms:created>
  <dcterms:modified xsi:type="dcterms:W3CDTF">2025-11-19T21:25:38Z</dcterms:modified>
</cp:coreProperties>
</file>